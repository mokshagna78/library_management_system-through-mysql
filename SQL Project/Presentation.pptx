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56"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89" r:id="rId15"/>
    <p:sldId id="291" r:id="rId16"/>
    <p:sldId id="290" r:id="rId17"/>
    <p:sldId id="288" r:id="rId1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510F17-5754-4750-9541-8EC13FE5C87B}" v="10" dt="2026-04-13T11:23:10.61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1" d="100"/>
          <a:sy n="51" d="100"/>
        </p:scale>
        <p:origin x="72" y="9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25401" y="0"/>
            <a:ext cx="18346740" cy="1028432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4038598" y="2806697"/>
            <a:ext cx="10223504" cy="2273300"/>
          </a:xfrm>
        </p:spPr>
        <p:txBody>
          <a:bodyPr anchor="b">
            <a:noAutofit/>
          </a:bodyPr>
          <a:lstStyle>
            <a:lvl1pPr algn="ctr">
              <a:defRPr sz="9600">
                <a:effectLst/>
              </a:defRPr>
            </a:lvl1pPr>
          </a:lstStyle>
          <a:p>
            <a:r>
              <a:rPr lang="en-US" dirty="0"/>
              <a:t>Click to edit Master title style</a:t>
            </a:r>
          </a:p>
        </p:txBody>
      </p:sp>
      <p:sp>
        <p:nvSpPr>
          <p:cNvPr id="3" name="Subtitle 2"/>
          <p:cNvSpPr>
            <a:spLocks noGrp="1"/>
          </p:cNvSpPr>
          <p:nvPr>
            <p:ph type="subTitle" idx="1"/>
          </p:nvPr>
        </p:nvSpPr>
        <p:spPr>
          <a:xfrm>
            <a:off x="4038598" y="5486396"/>
            <a:ext cx="10223504" cy="1981203"/>
          </a:xfrm>
        </p:spPr>
        <p:txBody>
          <a:bodyPr anchor="t">
            <a:normAutofit/>
          </a:bodyPr>
          <a:lstStyle>
            <a:lvl1pPr marL="0" indent="0" algn="ctr">
              <a:buNone/>
              <a:defRPr sz="3733">
                <a:solidFill>
                  <a:schemeClr val="tx1"/>
                </a:solidFill>
              </a:defRPr>
            </a:lvl1pPr>
            <a:lvl2pPr marL="812810" indent="0" algn="ctr">
              <a:buNone/>
              <a:defRPr>
                <a:solidFill>
                  <a:schemeClr val="tx1">
                    <a:tint val="75000"/>
                  </a:schemeClr>
                </a:solidFill>
              </a:defRPr>
            </a:lvl2pPr>
            <a:lvl3pPr marL="1625620" indent="0" algn="ctr">
              <a:buNone/>
              <a:defRPr>
                <a:solidFill>
                  <a:schemeClr val="tx1">
                    <a:tint val="75000"/>
                  </a:schemeClr>
                </a:solidFill>
              </a:defRPr>
            </a:lvl3pPr>
            <a:lvl4pPr marL="2438430" indent="0" algn="ctr">
              <a:buNone/>
              <a:defRPr>
                <a:solidFill>
                  <a:schemeClr val="tx1">
                    <a:tint val="75000"/>
                  </a:schemeClr>
                </a:solidFill>
              </a:defRPr>
            </a:lvl4pPr>
            <a:lvl5pPr marL="3251241" indent="0" algn="ctr">
              <a:buNone/>
              <a:defRPr>
                <a:solidFill>
                  <a:schemeClr val="tx1">
                    <a:tint val="75000"/>
                  </a:schemeClr>
                </a:solidFill>
              </a:defRPr>
            </a:lvl5pPr>
            <a:lvl6pPr marL="4064051" indent="0" algn="ctr">
              <a:buNone/>
              <a:defRPr>
                <a:solidFill>
                  <a:schemeClr val="tx1">
                    <a:tint val="75000"/>
                  </a:schemeClr>
                </a:solidFill>
              </a:defRPr>
            </a:lvl6pPr>
            <a:lvl7pPr marL="4876861" indent="0" algn="ctr">
              <a:buNone/>
              <a:defRPr>
                <a:solidFill>
                  <a:schemeClr val="tx1">
                    <a:tint val="75000"/>
                  </a:schemeClr>
                </a:solidFill>
              </a:defRPr>
            </a:lvl7pPr>
            <a:lvl8pPr marL="5689671" indent="0" algn="ctr">
              <a:buNone/>
              <a:defRPr>
                <a:solidFill>
                  <a:schemeClr val="tx1">
                    <a:tint val="75000"/>
                  </a:schemeClr>
                </a:solidFill>
              </a:defRPr>
            </a:lvl8pPr>
            <a:lvl9pPr marL="65024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11974849" y="7556495"/>
            <a:ext cx="1346201" cy="419100"/>
          </a:xfrm>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a:xfrm>
            <a:off x="4038596" y="7556495"/>
            <a:ext cx="7821953" cy="419100"/>
          </a:xfrm>
        </p:spPr>
        <p:txBody>
          <a:bodyPr/>
          <a:lstStyle/>
          <a:p>
            <a:endParaRPr lang="en-US" dirty="0"/>
          </a:p>
        </p:txBody>
      </p:sp>
      <p:sp>
        <p:nvSpPr>
          <p:cNvPr id="6" name="Slide Number Placeholder 5"/>
          <p:cNvSpPr>
            <a:spLocks noGrp="1"/>
          </p:cNvSpPr>
          <p:nvPr>
            <p:ph type="sldNum" sz="quarter" idx="12"/>
          </p:nvPr>
        </p:nvSpPr>
        <p:spPr>
          <a:xfrm>
            <a:off x="13435351" y="7556495"/>
            <a:ext cx="826751" cy="419100"/>
          </a:xfrm>
        </p:spPr>
        <p:txBody>
          <a:bodyPr/>
          <a:lstStyle/>
          <a:p>
            <a:fld id="{D57F1E4F-1CFF-5643-939E-217C01CDF565}" type="slidenum">
              <a:rPr lang="en-US" dirty="0"/>
              <a:pPr/>
              <a:t>‹#›</a:t>
            </a:fld>
            <a:endParaRPr lang="en-US" dirty="0"/>
          </a:p>
        </p:txBody>
      </p:sp>
      <p:cxnSp>
        <p:nvCxnSpPr>
          <p:cNvPr id="15" name="Straight Connector 14"/>
          <p:cNvCxnSpPr/>
          <p:nvPr/>
        </p:nvCxnSpPr>
        <p:spPr>
          <a:xfrm>
            <a:off x="4038599" y="5283197"/>
            <a:ext cx="1022350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9805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647F38-B617-4D2F-AE0A-013F0C4D2C57}"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extLst>
      <p:ext uri="{BB962C8B-B14F-4D97-AF65-F5344CB8AC3E}">
        <p14:creationId xmlns:p14="http://schemas.microsoft.com/office/powerpoint/2010/main" val="77727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22604" y="2628909"/>
            <a:ext cx="12238032" cy="2733771"/>
          </a:xfrm>
        </p:spPr>
        <p:txBody>
          <a:bodyPr anchor="b">
            <a:normAutofit/>
          </a:bodyPr>
          <a:lstStyle>
            <a:lvl1pPr algn="ctr">
              <a:defRPr sz="7822" b="0" cap="none"/>
            </a:lvl1pPr>
          </a:lstStyle>
          <a:p>
            <a:r>
              <a:rPr lang="en-US" dirty="0"/>
              <a:t>Click to edit Master title style</a:t>
            </a:r>
          </a:p>
        </p:txBody>
      </p:sp>
      <p:sp>
        <p:nvSpPr>
          <p:cNvPr id="3" name="Text Placeholder 2"/>
          <p:cNvSpPr>
            <a:spLocks noGrp="1"/>
          </p:cNvSpPr>
          <p:nvPr>
            <p:ph type="body" idx="1"/>
          </p:nvPr>
        </p:nvSpPr>
        <p:spPr>
          <a:xfrm>
            <a:off x="3022601" y="5769077"/>
            <a:ext cx="12238035" cy="1431821"/>
          </a:xfrm>
        </p:spPr>
        <p:txBody>
          <a:bodyPr anchor="t">
            <a:normAutofit/>
          </a:bodyPr>
          <a:lstStyle>
            <a:lvl1pPr marL="0" indent="0" algn="ctr">
              <a:buNone/>
              <a:defRPr sz="4267">
                <a:solidFill>
                  <a:schemeClr val="tx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3019085" y="5565878"/>
            <a:ext cx="122450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5159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947672" y="3840480"/>
            <a:ext cx="7077456" cy="496519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9272016" y="3840480"/>
            <a:ext cx="7077456" cy="496519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5BFA754-D5C3-4E66-96A6-867B257F58DC}"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extLst>
      <p:ext uri="{BB962C8B-B14F-4D97-AF65-F5344CB8AC3E}">
        <p14:creationId xmlns:p14="http://schemas.microsoft.com/office/powerpoint/2010/main" val="3767773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943100" y="3987800"/>
            <a:ext cx="7077456" cy="864393"/>
          </a:xfrm>
        </p:spPr>
        <p:txBody>
          <a:bodyPr anchor="b">
            <a:noAutofit/>
          </a:bodyPr>
          <a:lstStyle>
            <a:lvl1pPr marL="0" indent="0">
              <a:spcBef>
                <a:spcPts val="1195"/>
              </a:spcBef>
              <a:spcAft>
                <a:spcPts val="1067"/>
              </a:spcAft>
              <a:buNone/>
              <a:defRPr sz="4978"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4" name="Content Placeholder 3"/>
          <p:cNvSpPr>
            <a:spLocks noGrp="1"/>
          </p:cNvSpPr>
          <p:nvPr>
            <p:ph sz="half" idx="2"/>
          </p:nvPr>
        </p:nvSpPr>
        <p:spPr>
          <a:xfrm>
            <a:off x="1943100" y="4864894"/>
            <a:ext cx="7077456" cy="394890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9271005" y="3987800"/>
            <a:ext cx="7077456" cy="864393"/>
          </a:xfrm>
        </p:spPr>
        <p:txBody>
          <a:bodyPr anchor="b">
            <a:noAutofit/>
          </a:bodyPr>
          <a:lstStyle>
            <a:lvl1pPr marL="0" indent="0">
              <a:spcBef>
                <a:spcPts val="1195"/>
              </a:spcBef>
              <a:spcAft>
                <a:spcPts val="1067"/>
              </a:spcAft>
              <a:buNone/>
              <a:defRPr sz="4978" b="0">
                <a:solidFill>
                  <a:schemeClr val="accent1"/>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6" name="Content Placeholder 5"/>
          <p:cNvSpPr>
            <a:spLocks noGrp="1"/>
          </p:cNvSpPr>
          <p:nvPr>
            <p:ph sz="quarter" idx="4"/>
          </p:nvPr>
        </p:nvSpPr>
        <p:spPr>
          <a:xfrm>
            <a:off x="9271005" y="4864894"/>
            <a:ext cx="7077456" cy="394890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437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6163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21691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0717" y="2082801"/>
            <a:ext cx="5577683" cy="2057400"/>
          </a:xfrm>
        </p:spPr>
        <p:txBody>
          <a:bodyPr anchor="b">
            <a:normAutofit/>
          </a:bodyPr>
          <a:lstStyle>
            <a:lvl1pPr algn="ctr">
              <a:defRPr sz="4267" b="0"/>
            </a:lvl1pPr>
          </a:lstStyle>
          <a:p>
            <a:r>
              <a:rPr lang="en-US" dirty="0"/>
              <a:t>Click to edit Master title style</a:t>
            </a:r>
          </a:p>
        </p:txBody>
      </p:sp>
      <p:sp>
        <p:nvSpPr>
          <p:cNvPr id="3" name="Content Placeholder 2"/>
          <p:cNvSpPr>
            <a:spLocks noGrp="1"/>
          </p:cNvSpPr>
          <p:nvPr>
            <p:ph idx="1"/>
          </p:nvPr>
        </p:nvSpPr>
        <p:spPr>
          <a:xfrm>
            <a:off x="8128002" y="1473197"/>
            <a:ext cx="8204199" cy="7340603"/>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940717" y="4546598"/>
            <a:ext cx="5577683" cy="3657606"/>
          </a:xfrm>
        </p:spPr>
        <p:txBody>
          <a:bodyPr anchor="t">
            <a:normAutofit/>
          </a:bodyPr>
          <a:lstStyle>
            <a:lvl1pPr marL="0" indent="0" algn="ctr">
              <a:buNone/>
              <a:defRPr sz="2844"/>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94254" y="4368800"/>
            <a:ext cx="52717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4244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099" y="2825748"/>
            <a:ext cx="9362724" cy="2057400"/>
          </a:xfrm>
        </p:spPr>
        <p:txBody>
          <a:bodyPr anchor="b">
            <a:normAutofit/>
          </a:bodyPr>
          <a:lstStyle>
            <a:lvl1pPr algn="ctr">
              <a:defRPr sz="4978" b="0"/>
            </a:lvl1pPr>
          </a:lstStyle>
          <a:p>
            <a:r>
              <a:rPr lang="en-US" dirty="0"/>
              <a:t>Click to edit Master title style</a:t>
            </a:r>
          </a:p>
        </p:txBody>
      </p:sp>
      <p:sp>
        <p:nvSpPr>
          <p:cNvPr id="17" name="Picture Placeholder 2"/>
          <p:cNvSpPr>
            <a:spLocks noGrp="1" noChangeAspect="1"/>
          </p:cNvSpPr>
          <p:nvPr>
            <p:ph type="pic" idx="1"/>
          </p:nvPr>
        </p:nvSpPr>
        <p:spPr>
          <a:xfrm>
            <a:off x="12142247" y="1562100"/>
            <a:ext cx="4595021" cy="71628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dirty="0"/>
          </a:p>
        </p:txBody>
      </p:sp>
      <p:sp>
        <p:nvSpPr>
          <p:cNvPr id="4" name="Text Placeholder 3"/>
          <p:cNvSpPr>
            <a:spLocks noGrp="1"/>
          </p:cNvSpPr>
          <p:nvPr>
            <p:ph type="body" sz="half" idx="2"/>
          </p:nvPr>
        </p:nvSpPr>
        <p:spPr>
          <a:xfrm>
            <a:off x="1943099" y="4883148"/>
            <a:ext cx="9362724" cy="2743200"/>
          </a:xfrm>
        </p:spPr>
        <p:txBody>
          <a:bodyPr anchor="t">
            <a:normAutofit/>
          </a:bodyPr>
          <a:lstStyle>
            <a:lvl1pPr marL="0" indent="0" algn="ctr">
              <a:buNone/>
              <a:defRPr sz="3200"/>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09550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102" y="7223122"/>
            <a:ext cx="14414499" cy="850107"/>
          </a:xfrm>
        </p:spPr>
        <p:txBody>
          <a:bodyPr anchor="b">
            <a:normAutofit/>
          </a:bodyPr>
          <a:lstStyle>
            <a:lvl1pPr algn="ctr">
              <a:defRPr sz="4267" b="0"/>
            </a:lvl1pPr>
          </a:lstStyle>
          <a:p>
            <a:r>
              <a:rPr lang="en-US" dirty="0"/>
              <a:t>Click to edit Master title style</a:t>
            </a:r>
          </a:p>
        </p:txBody>
      </p:sp>
      <p:sp>
        <p:nvSpPr>
          <p:cNvPr id="3" name="Picture Placeholder 2"/>
          <p:cNvSpPr>
            <a:spLocks noGrp="1" noChangeAspect="1"/>
          </p:cNvSpPr>
          <p:nvPr>
            <p:ph type="pic" idx="1"/>
          </p:nvPr>
        </p:nvSpPr>
        <p:spPr>
          <a:xfrm>
            <a:off x="1562141" y="1562099"/>
            <a:ext cx="15158958" cy="5003804"/>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dirty="0"/>
          </a:p>
        </p:txBody>
      </p:sp>
      <p:sp>
        <p:nvSpPr>
          <p:cNvPr id="4" name="Text Placeholder 3"/>
          <p:cNvSpPr>
            <a:spLocks noGrp="1"/>
          </p:cNvSpPr>
          <p:nvPr>
            <p:ph type="body" sz="half" idx="2"/>
          </p:nvPr>
        </p:nvSpPr>
        <p:spPr>
          <a:xfrm>
            <a:off x="1943102" y="8073230"/>
            <a:ext cx="14414499" cy="740568"/>
          </a:xfrm>
        </p:spPr>
        <p:txBody>
          <a:bodyPr>
            <a:normAutofit/>
          </a:bodyPr>
          <a:lstStyle>
            <a:lvl1pPr marL="0" indent="0" algn="ctr">
              <a:buNone/>
              <a:defRPr sz="2489"/>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28201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55802" y="1473198"/>
            <a:ext cx="14389098" cy="4432302"/>
          </a:xfrm>
        </p:spPr>
        <p:txBody>
          <a:bodyPr anchor="ctr">
            <a:normAutofit/>
          </a:bodyPr>
          <a:lstStyle>
            <a:lvl1pPr algn="ctr">
              <a:defRPr sz="5689" b="0" cap="none"/>
            </a:lvl1pPr>
          </a:lstStyle>
          <a:p>
            <a:r>
              <a:rPr lang="en-US" dirty="0"/>
              <a:t>Click to edit Master title style</a:t>
            </a:r>
          </a:p>
        </p:txBody>
      </p:sp>
      <p:sp>
        <p:nvSpPr>
          <p:cNvPr id="3" name="Text Placeholder 2"/>
          <p:cNvSpPr>
            <a:spLocks noGrp="1"/>
          </p:cNvSpPr>
          <p:nvPr>
            <p:ph type="body" idx="1"/>
          </p:nvPr>
        </p:nvSpPr>
        <p:spPr>
          <a:xfrm>
            <a:off x="1955802" y="6515099"/>
            <a:ext cx="14389098" cy="2298701"/>
          </a:xfrm>
        </p:spPr>
        <p:txBody>
          <a:bodyPr anchor="ctr">
            <a:normAutofit/>
          </a:bodyPr>
          <a:lstStyle>
            <a:lvl1pPr marL="0" indent="0" algn="ctr">
              <a:buNone/>
              <a:defRPr sz="3556">
                <a:solidFill>
                  <a:schemeClr val="tx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2094254" y="62102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4002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556002"/>
          </a:xfrm>
        </p:spPr>
        <p:txBody>
          <a:bodyPr anchor="ctr">
            <a:normAutofit/>
          </a:bodyPr>
          <a:lstStyle>
            <a:lvl1pPr algn="ctr">
              <a:defRPr sz="5689"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2512218" y="5029200"/>
            <a:ext cx="13258803" cy="876300"/>
          </a:xfrm>
        </p:spPr>
        <p:txBody>
          <a:bodyPr anchor="ctr">
            <a:normAutofit/>
          </a:bodyPr>
          <a:lstStyle>
            <a:lvl1pPr marL="0" indent="0" algn="r">
              <a:buFontTx/>
              <a:buNone/>
              <a:defRPr sz="3556"/>
            </a:lvl1pPr>
            <a:lvl2pPr marL="812810" indent="0">
              <a:buFontTx/>
              <a:buNone/>
              <a:defRPr/>
            </a:lvl2pPr>
            <a:lvl3pPr marL="1625620" indent="0">
              <a:buFontTx/>
              <a:buNone/>
              <a:defRPr/>
            </a:lvl3pPr>
            <a:lvl4pPr marL="2438430" indent="0">
              <a:buFontTx/>
              <a:buNone/>
              <a:defRPr/>
            </a:lvl4pPr>
            <a:lvl5pPr marL="3251241"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943102" y="6515099"/>
            <a:ext cx="14414499" cy="2298701"/>
          </a:xfrm>
        </p:spPr>
        <p:txBody>
          <a:bodyPr anchor="ctr">
            <a:normAutofit/>
          </a:bodyPr>
          <a:lstStyle>
            <a:lvl1pPr marL="0" indent="0" algn="ctr">
              <a:buNone/>
              <a:defRPr sz="3556">
                <a:solidFill>
                  <a:schemeClr val="tx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1293020" y="1319942"/>
            <a:ext cx="914400" cy="877164"/>
          </a:xfrm>
          <a:prstGeom prst="rect">
            <a:avLst/>
          </a:prstGeom>
        </p:spPr>
        <p:txBody>
          <a:bodyPr vert="horz" lIns="162560" tIns="81280" rIns="162560" bIns="81280" rtlCol="0" anchor="ctr">
            <a:noAutofit/>
          </a:bodyPr>
          <a:lstStyle/>
          <a:p>
            <a:pPr lvl="0"/>
            <a:r>
              <a:rPr lang="en-US" sz="14222" dirty="0">
                <a:solidFill>
                  <a:schemeClr val="tx1"/>
                </a:solidFill>
                <a:effectLst/>
              </a:rPr>
              <a:t>“</a:t>
            </a:r>
          </a:p>
        </p:txBody>
      </p:sp>
      <p:sp>
        <p:nvSpPr>
          <p:cNvPr id="15" name="TextBox 14"/>
          <p:cNvSpPr txBox="1"/>
          <p:nvPr/>
        </p:nvSpPr>
        <p:spPr>
          <a:xfrm>
            <a:off x="15900401" y="4241805"/>
            <a:ext cx="914400" cy="877164"/>
          </a:xfrm>
          <a:prstGeom prst="rect">
            <a:avLst/>
          </a:prstGeom>
        </p:spPr>
        <p:txBody>
          <a:bodyPr vert="horz" lIns="162560" tIns="81280" rIns="162560" bIns="81280" rtlCol="0" anchor="ctr">
            <a:noAutofit/>
          </a:bodyPr>
          <a:lstStyle/>
          <a:p>
            <a:pPr lvl="0" algn="r"/>
            <a:r>
              <a:rPr lang="en-US" sz="14222" dirty="0">
                <a:solidFill>
                  <a:schemeClr val="tx1"/>
                </a:solidFill>
                <a:effectLst/>
              </a:rPr>
              <a:t>”</a:t>
            </a:r>
          </a:p>
        </p:txBody>
      </p:sp>
      <p:cxnSp>
        <p:nvCxnSpPr>
          <p:cNvPr id="19" name="Straight Connector 18"/>
          <p:cNvCxnSpPr/>
          <p:nvPr/>
        </p:nvCxnSpPr>
        <p:spPr>
          <a:xfrm>
            <a:off x="2094254" y="62102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8669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3103" y="4962872"/>
            <a:ext cx="14414502" cy="2203200"/>
          </a:xfrm>
        </p:spPr>
        <p:txBody>
          <a:bodyPr anchor="b">
            <a:normAutofit/>
          </a:bodyPr>
          <a:lstStyle>
            <a:lvl1pPr algn="l">
              <a:defRPr sz="5689" b="0" cap="none"/>
            </a:lvl1pPr>
          </a:lstStyle>
          <a:p>
            <a:r>
              <a:rPr lang="en-US" dirty="0"/>
              <a:t>Click to edit Master title style</a:t>
            </a:r>
          </a:p>
        </p:txBody>
      </p:sp>
      <p:sp>
        <p:nvSpPr>
          <p:cNvPr id="3" name="Text Placeholder 2"/>
          <p:cNvSpPr>
            <a:spLocks noGrp="1"/>
          </p:cNvSpPr>
          <p:nvPr>
            <p:ph type="body" idx="1"/>
          </p:nvPr>
        </p:nvSpPr>
        <p:spPr>
          <a:xfrm>
            <a:off x="1943102" y="7166072"/>
            <a:ext cx="14414502" cy="1290600"/>
          </a:xfrm>
        </p:spPr>
        <p:txBody>
          <a:bodyPr anchor="t">
            <a:normAutofit/>
          </a:bodyPr>
          <a:lstStyle>
            <a:lvl1pPr marL="0" indent="0" algn="l">
              <a:buNone/>
              <a:defRPr sz="3556">
                <a:solidFill>
                  <a:schemeClr val="tx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187959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365502"/>
          </a:xfrm>
        </p:spPr>
        <p:txBody>
          <a:bodyPr anchor="ctr">
            <a:normAutofit/>
          </a:bodyPr>
          <a:lstStyle>
            <a:lvl1pPr algn="ctr">
              <a:defRPr sz="5689" b="0" cap="none">
                <a:solidFill>
                  <a:schemeClr val="tx1"/>
                </a:solidFill>
              </a:defRPr>
            </a:lvl1pPr>
          </a:lstStyle>
          <a:p>
            <a:r>
              <a:rPr lang="en-US" dirty="0"/>
              <a:t>Click to edit Master title style</a:t>
            </a:r>
          </a:p>
        </p:txBody>
      </p:sp>
      <p:sp>
        <p:nvSpPr>
          <p:cNvPr id="23" name="Text Placeholder 2"/>
          <p:cNvSpPr>
            <a:spLocks noGrp="1"/>
          </p:cNvSpPr>
          <p:nvPr>
            <p:ph type="body" idx="13"/>
          </p:nvPr>
        </p:nvSpPr>
        <p:spPr>
          <a:xfrm>
            <a:off x="1943102" y="5458968"/>
            <a:ext cx="14414502" cy="1330452"/>
          </a:xfrm>
        </p:spPr>
        <p:txBody>
          <a:bodyPr anchor="b">
            <a:normAutofit/>
          </a:bodyPr>
          <a:lstStyle>
            <a:lvl1pPr marL="0" indent="0" algn="l">
              <a:spcBef>
                <a:spcPts val="0"/>
              </a:spcBef>
              <a:buNone/>
              <a:defRPr sz="4267">
                <a:solidFill>
                  <a:schemeClr val="tx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943102" y="6794500"/>
            <a:ext cx="14414502" cy="2019300"/>
          </a:xfrm>
        </p:spPr>
        <p:txBody>
          <a:bodyPr anchor="t">
            <a:normAutofit/>
          </a:bodyPr>
          <a:lstStyle>
            <a:lvl1pPr marL="0" indent="0" algn="l">
              <a:buNone/>
              <a:defRPr sz="3200">
                <a:solidFill>
                  <a:schemeClr val="tx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1293020" y="1319942"/>
            <a:ext cx="914400" cy="877164"/>
          </a:xfrm>
          <a:prstGeom prst="rect">
            <a:avLst/>
          </a:prstGeom>
        </p:spPr>
        <p:txBody>
          <a:bodyPr vert="horz" lIns="162560" tIns="81280" rIns="162560" bIns="81280" rtlCol="0" anchor="ctr">
            <a:noAutofit/>
          </a:bodyPr>
          <a:lstStyle/>
          <a:p>
            <a:pPr lvl="0"/>
            <a:r>
              <a:rPr lang="en-US" sz="14222" dirty="0">
                <a:solidFill>
                  <a:schemeClr val="tx1"/>
                </a:solidFill>
                <a:effectLst/>
              </a:rPr>
              <a:t>“</a:t>
            </a:r>
          </a:p>
        </p:txBody>
      </p:sp>
      <p:sp>
        <p:nvSpPr>
          <p:cNvPr id="13" name="TextBox 12"/>
          <p:cNvSpPr txBox="1"/>
          <p:nvPr/>
        </p:nvSpPr>
        <p:spPr>
          <a:xfrm>
            <a:off x="15900401" y="3898892"/>
            <a:ext cx="914400" cy="877164"/>
          </a:xfrm>
          <a:prstGeom prst="rect">
            <a:avLst/>
          </a:prstGeom>
        </p:spPr>
        <p:txBody>
          <a:bodyPr vert="horz" lIns="162560" tIns="81280" rIns="162560" bIns="81280" rtlCol="0" anchor="ctr">
            <a:noAutofit/>
          </a:bodyPr>
          <a:lstStyle/>
          <a:p>
            <a:pPr lvl="0" algn="r"/>
            <a:r>
              <a:rPr lang="en-US" sz="14222" dirty="0">
                <a:solidFill>
                  <a:schemeClr val="tx1"/>
                </a:solidFill>
                <a:effectLst/>
              </a:rPr>
              <a:t>”</a:t>
            </a:r>
          </a:p>
        </p:txBody>
      </p:sp>
      <p:cxnSp>
        <p:nvCxnSpPr>
          <p:cNvPr id="26" name="Straight Connector 25"/>
          <p:cNvCxnSpPr/>
          <p:nvPr/>
        </p:nvCxnSpPr>
        <p:spPr>
          <a:xfrm>
            <a:off x="2094254" y="5143500"/>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9874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3102" y="1473198"/>
            <a:ext cx="14414499" cy="3365502"/>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20" name="Text Placeholder 2"/>
          <p:cNvSpPr>
            <a:spLocks noGrp="1"/>
          </p:cNvSpPr>
          <p:nvPr>
            <p:ph type="body" idx="13"/>
          </p:nvPr>
        </p:nvSpPr>
        <p:spPr>
          <a:xfrm>
            <a:off x="1943102" y="5445252"/>
            <a:ext cx="14414502" cy="1261872"/>
          </a:xfrm>
        </p:spPr>
        <p:txBody>
          <a:bodyPr anchor="b">
            <a:normAutofit/>
          </a:bodyPr>
          <a:lstStyle>
            <a:lvl1pPr marL="0" indent="0" algn="l">
              <a:spcBef>
                <a:spcPts val="0"/>
              </a:spcBef>
              <a:buNone/>
              <a:defRPr sz="4978">
                <a:solidFill>
                  <a:schemeClr val="tx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943100" y="6705599"/>
            <a:ext cx="14414505" cy="2108201"/>
          </a:xfrm>
        </p:spPr>
        <p:txBody>
          <a:bodyPr anchor="t">
            <a:normAutofit/>
          </a:bodyPr>
          <a:lstStyle>
            <a:lvl1pPr marL="0" indent="0" algn="l">
              <a:buNone/>
              <a:defRPr sz="3200">
                <a:solidFill>
                  <a:schemeClr val="tx1"/>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2094254" y="5143500"/>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8214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7148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499035" y="1473197"/>
            <a:ext cx="2836343" cy="734060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943098" y="1473198"/>
            <a:ext cx="11149538" cy="7340601"/>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295835" y="1485900"/>
            <a:ext cx="0" cy="73152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0778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1_Two Content">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7000"/>
          </a:xfrm>
          <a:prstGeom prst="rect">
            <a:avLst/>
          </a:prstGeom>
        </p:spPr>
      </p:pic>
      <p:pic>
        <p:nvPicPr>
          <p:cNvPr id="17" name="bg object 17"/>
          <p:cNvPicPr/>
          <p:nvPr/>
        </p:nvPicPr>
        <p:blipFill>
          <a:blip r:embed="rId3" cstate="print"/>
          <a:stretch>
            <a:fillRect/>
          </a:stretch>
        </p:blipFill>
        <p:spPr>
          <a:xfrm>
            <a:off x="523875" y="2562225"/>
            <a:ext cx="8782050" cy="3152775"/>
          </a:xfrm>
          <a:prstGeom prst="rect">
            <a:avLst/>
          </a:prstGeom>
        </p:spPr>
      </p:pic>
      <p:pic>
        <p:nvPicPr>
          <p:cNvPr id="18" name="bg object 18"/>
          <p:cNvPicPr/>
          <p:nvPr/>
        </p:nvPicPr>
        <p:blipFill>
          <a:blip r:embed="rId4" cstate="print"/>
          <a:stretch>
            <a:fillRect/>
          </a:stretch>
        </p:blipFill>
        <p:spPr>
          <a:xfrm>
            <a:off x="352425" y="7077075"/>
            <a:ext cx="8439150" cy="2143125"/>
          </a:xfrm>
          <a:prstGeom prst="rect">
            <a:avLst/>
          </a:prstGeom>
        </p:spPr>
      </p:pic>
      <p:pic>
        <p:nvPicPr>
          <p:cNvPr id="19" name="bg object 19"/>
          <p:cNvPicPr/>
          <p:nvPr/>
        </p:nvPicPr>
        <p:blipFill>
          <a:blip r:embed="rId5" cstate="print"/>
          <a:stretch>
            <a:fillRect/>
          </a:stretch>
        </p:blipFill>
        <p:spPr>
          <a:xfrm>
            <a:off x="10048875" y="2790825"/>
            <a:ext cx="7458075" cy="2066925"/>
          </a:xfrm>
          <a:prstGeom prst="rect">
            <a:avLst/>
          </a:prstGeom>
        </p:spPr>
      </p:pic>
      <p:pic>
        <p:nvPicPr>
          <p:cNvPr id="20" name="bg object 20"/>
          <p:cNvPicPr/>
          <p:nvPr/>
        </p:nvPicPr>
        <p:blipFill>
          <a:blip r:embed="rId6" cstate="print"/>
          <a:stretch>
            <a:fillRect/>
          </a:stretch>
        </p:blipFill>
        <p:spPr>
          <a:xfrm>
            <a:off x="9572625" y="7143750"/>
            <a:ext cx="8077200" cy="1838325"/>
          </a:xfrm>
          <a:prstGeom prst="rect">
            <a:avLst/>
          </a:prstGeom>
        </p:spPr>
      </p:pic>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15478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23604" y="0"/>
            <a:ext cx="18344943" cy="10284321"/>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943103" y="1473199"/>
            <a:ext cx="14401794" cy="1955801"/>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943102" y="3835398"/>
            <a:ext cx="14401794" cy="4978404"/>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3016252" y="8953500"/>
            <a:ext cx="2400300" cy="419100"/>
          </a:xfrm>
          <a:prstGeom prst="rect">
            <a:avLst/>
          </a:prstGeom>
        </p:spPr>
        <p:txBody>
          <a:bodyPr vert="horz" lIns="91440" tIns="45720" rIns="91440" bIns="45720" rtlCol="0" anchor="ctr"/>
          <a:lstStyle>
            <a:lvl1pPr algn="r">
              <a:defRPr sz="1778" b="0" i="0">
                <a:solidFill>
                  <a:schemeClr val="tx1"/>
                </a:solidFill>
                <a:effectLst/>
                <a:latin typeface="+mn-lt"/>
              </a:defRPr>
            </a:lvl1pPr>
          </a:lstStyle>
          <a:p>
            <a:fld id="{B61BEF0D-F0BB-DE4B-95CE-6DB70DBA9567}" type="datetimeFigureOut">
              <a:rPr lang="en-US" dirty="0"/>
              <a:pPr/>
              <a:t>4/13/2026</a:t>
            </a:fld>
            <a:endParaRPr lang="en-US" dirty="0"/>
          </a:p>
        </p:txBody>
      </p:sp>
      <p:sp>
        <p:nvSpPr>
          <p:cNvPr id="5" name="Footer Placeholder 4"/>
          <p:cNvSpPr>
            <a:spLocks noGrp="1"/>
          </p:cNvSpPr>
          <p:nvPr>
            <p:ph type="ftr" sz="quarter" idx="3"/>
          </p:nvPr>
        </p:nvSpPr>
        <p:spPr>
          <a:xfrm>
            <a:off x="1943102" y="8953500"/>
            <a:ext cx="10958850" cy="419100"/>
          </a:xfrm>
          <a:prstGeom prst="rect">
            <a:avLst/>
          </a:prstGeom>
        </p:spPr>
        <p:txBody>
          <a:bodyPr vert="horz" lIns="91440" tIns="45720" rIns="91440" bIns="45720" rtlCol="0" anchor="ctr"/>
          <a:lstStyle>
            <a:lvl1pPr algn="l">
              <a:defRPr sz="1778"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5530852" y="8953500"/>
            <a:ext cx="814046" cy="419100"/>
          </a:xfrm>
          <a:prstGeom prst="rect">
            <a:avLst/>
          </a:prstGeom>
        </p:spPr>
        <p:txBody>
          <a:bodyPr vert="horz" lIns="91440" tIns="45720" rIns="91440" bIns="45720" rtlCol="0" anchor="ctr"/>
          <a:lstStyle>
            <a:lvl1pPr algn="r">
              <a:defRPr sz="1778"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0714316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5" Type="http://schemas.openxmlformats.org/officeDocument/2006/relationships/image" Target="../media/image15.jpe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3721" y="2705100"/>
            <a:ext cx="18291721" cy="3391698"/>
          </a:xfrm>
          <a:prstGeom prst="rect">
            <a:avLst/>
          </a:prstGeom>
        </p:spPr>
        <p:txBody>
          <a:bodyPr vert="horz" wrap="square" lIns="0" tIns="27940" rIns="0" bIns="0" rtlCol="0" anchor="t">
            <a:spAutoFit/>
          </a:bodyPr>
          <a:lstStyle/>
          <a:p>
            <a:pPr marL="333375" marR="5080" indent="-321310" algn="ctr">
              <a:lnSpc>
                <a:spcPts val="6459"/>
              </a:lnSpc>
              <a:spcBef>
                <a:spcPts val="220"/>
              </a:spcBef>
            </a:pPr>
            <a:br>
              <a:rPr lang="en-US" sz="6600" b="1" spc="-10" dirty="0"/>
            </a:br>
            <a:r>
              <a:rPr lang="en-US" sz="6600" b="1" spc="-10" dirty="0">
                <a:solidFill>
                  <a:srgbClr val="FF0000"/>
                </a:solidFill>
              </a:rPr>
              <a:t>Project on</a:t>
            </a:r>
            <a:br>
              <a:rPr lang="en-US" sz="6600" b="1" spc="-10" dirty="0"/>
            </a:br>
            <a:br>
              <a:rPr lang="en-US" sz="6600" b="1" spc="-10" dirty="0"/>
            </a:br>
            <a:r>
              <a:rPr lang="en-US" sz="7200" b="1" spc="-10" dirty="0"/>
              <a:t>Library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xfrm>
            <a:off x="1943103" y="-7428"/>
            <a:ext cx="14401794" cy="1628972"/>
          </a:xfrm>
          <a:prstGeom prst="rect">
            <a:avLst/>
          </a:prstGeom>
        </p:spPr>
        <p:txBody>
          <a:bodyPr vert="horz" wrap="square" lIns="0" tIns="515938" rIns="0" bIns="0" rtlCol="0">
            <a:spAutoFit/>
          </a:bodyPr>
          <a:lstStyle/>
          <a:p>
            <a:pPr marL="4780915" algn="l">
              <a:lnSpc>
                <a:spcPct val="100000"/>
              </a:lnSpc>
              <a:spcBef>
                <a:spcPts val="105"/>
              </a:spcBef>
            </a:pPr>
            <a:r>
              <a:rPr sz="7200" b="1" spc="-10" dirty="0"/>
              <a:t>Introduction</a:t>
            </a:r>
            <a:endParaRPr lang="en-US" sz="7200" b="1" dirty="0"/>
          </a:p>
        </p:txBody>
      </p:sp>
      <p:sp>
        <p:nvSpPr>
          <p:cNvPr id="3" name="object 3"/>
          <p:cNvSpPr txBox="1">
            <a:spLocks noGrp="1"/>
          </p:cNvSpPr>
          <p:nvPr>
            <p:ph idx="1"/>
          </p:nvPr>
        </p:nvSpPr>
        <p:spPr>
          <a:xfrm>
            <a:off x="674842" y="2175699"/>
            <a:ext cx="15435192" cy="2031952"/>
          </a:xfrm>
          <a:prstGeom prst="rect">
            <a:avLst/>
          </a:prstGeom>
        </p:spPr>
        <p:txBody>
          <a:bodyPr vert="horz" wrap="square" lIns="0" tIns="11430" rIns="0" bIns="0" rtlCol="0">
            <a:spAutoFit/>
          </a:bodyPr>
          <a:lstStyle/>
          <a:p>
            <a:pPr marL="12065" marR="9525" indent="0">
              <a:lnSpc>
                <a:spcPct val="119500"/>
              </a:lnSpc>
              <a:spcBef>
                <a:spcPts val="90"/>
              </a:spcBef>
              <a:buSzPct val="114999"/>
              <a:buNone/>
              <a:tabLst>
                <a:tab pos="379730" algn="l"/>
              </a:tabLst>
            </a:pPr>
            <a:r>
              <a:rPr lang="en-US" sz="3600" b="1" spc="-10">
                <a:ea typeface="+mn-lt"/>
                <a:cs typeface="+mn-lt"/>
              </a:rPr>
              <a:t>🔹 Overview</a:t>
            </a:r>
            <a:br>
              <a:rPr lang="en-US" sz="3600" b="1" spc="-10" dirty="0">
                <a:ea typeface="+mn-lt"/>
                <a:cs typeface="+mn-lt"/>
              </a:rPr>
            </a:br>
            <a:r>
              <a:rPr lang="en-US" sz="3600" b="1" spc="-10">
                <a:ea typeface="+mn-lt"/>
                <a:cs typeface="+mn-lt"/>
              </a:rPr>
              <a:t> This project focuses on building a structured Library Management System using SQL to efficiently manage and organize library data.</a:t>
            </a:r>
            <a:endParaRPr lang="en-US" b="1">
              <a:ea typeface="+mn-lt"/>
              <a:cs typeface="+mn-lt"/>
            </a:endParaRPr>
          </a:p>
        </p:txBody>
      </p:sp>
      <p:sp>
        <p:nvSpPr>
          <p:cNvPr id="7" name="TextBox 6">
            <a:extLst>
              <a:ext uri="{FF2B5EF4-FFF2-40B4-BE49-F238E27FC236}">
                <a16:creationId xmlns:a16="http://schemas.microsoft.com/office/drawing/2014/main" id="{7D2604E6-CA48-BB88-D666-A27DF62AA76B}"/>
              </a:ext>
            </a:extLst>
          </p:cNvPr>
          <p:cNvSpPr txBox="1"/>
          <p:nvPr/>
        </p:nvSpPr>
        <p:spPr>
          <a:xfrm>
            <a:off x="673166" y="5143091"/>
            <a:ext cx="1544423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a:latin typeface="Garamond"/>
              </a:rPr>
              <a:t>🔹 Objective</a:t>
            </a:r>
          </a:p>
          <a:p>
            <a:pPr marL="342900" indent="-342900" algn="l">
              <a:buChar char="•"/>
            </a:pPr>
            <a:r>
              <a:rPr lang="en-US" sz="3600" b="1">
                <a:latin typeface="Garamond"/>
              </a:rPr>
              <a:t>To design a relational database for real-world library operations </a:t>
            </a:r>
          </a:p>
          <a:p>
            <a:pPr marL="342900" indent="-342900" algn="l">
              <a:buChar char="•"/>
            </a:pPr>
            <a:r>
              <a:rPr lang="en-US" sz="3600" b="1">
                <a:latin typeface="Garamond"/>
              </a:rPr>
              <a:t>To manage books, borrowers, and transactions effectively </a:t>
            </a:r>
          </a:p>
          <a:p>
            <a:pPr marL="342900" indent="-342900" algn="l">
              <a:buChar char="•"/>
            </a:pPr>
            <a:r>
              <a:rPr lang="en-US" sz="3600" b="1">
                <a:latin typeface="Garamond"/>
              </a:rPr>
              <a:t>To extract meaningful insights using SQL queries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descr="$PPTXTitle"/>
          <p:cNvSpPr txBox="1">
            <a:spLocks noGrp="1"/>
          </p:cNvSpPr>
          <p:nvPr>
            <p:ph type="title"/>
          </p:nvPr>
        </p:nvSpPr>
        <p:spPr>
          <a:xfrm>
            <a:off x="7692590" y="2345"/>
            <a:ext cx="2910064" cy="1121461"/>
          </a:xfrm>
          <a:prstGeom prst="rect">
            <a:avLst/>
          </a:prstGeom>
        </p:spPr>
        <p:txBody>
          <a:bodyPr vert="horz" wrap="square" lIns="0" tIns="13335" rIns="0" bIns="0" rtlCol="0">
            <a:spAutoFit/>
          </a:bodyPr>
          <a:lstStyle/>
          <a:p>
            <a:pPr marL="12700">
              <a:lnSpc>
                <a:spcPct val="100000"/>
              </a:lnSpc>
              <a:spcBef>
                <a:spcPts val="105"/>
              </a:spcBef>
            </a:pPr>
            <a:r>
              <a:rPr sz="7200" spc="-670" dirty="0">
                <a:latin typeface="Garamond (Headings)"/>
              </a:rPr>
              <a:t>T</a:t>
            </a:r>
            <a:r>
              <a:rPr sz="7200" spc="5" dirty="0">
                <a:latin typeface="Garamond (Headings)"/>
              </a:rPr>
              <a:t>a</a:t>
            </a:r>
            <a:r>
              <a:rPr sz="7200" spc="40" dirty="0">
                <a:latin typeface="Garamond (Headings)"/>
              </a:rPr>
              <a:t>b</a:t>
            </a:r>
            <a:r>
              <a:rPr sz="7200" spc="-25" dirty="0">
                <a:latin typeface="Garamond (Headings)"/>
              </a:rPr>
              <a:t>l</a:t>
            </a:r>
            <a:r>
              <a:rPr sz="7200" spc="10" dirty="0">
                <a:latin typeface="Garamond (Headings)"/>
              </a:rPr>
              <a:t>es</a:t>
            </a:r>
            <a:endParaRPr sz="7200" dirty="0">
              <a:latin typeface="Garamond (Headings)"/>
            </a:endParaRPr>
          </a:p>
        </p:txBody>
      </p:sp>
      <p:pic>
        <p:nvPicPr>
          <p:cNvPr id="10" name="Picture 9" descr="A screenshot of a computer">
            <a:extLst>
              <a:ext uri="{FF2B5EF4-FFF2-40B4-BE49-F238E27FC236}">
                <a16:creationId xmlns:a16="http://schemas.microsoft.com/office/drawing/2014/main" id="{1C45B6FD-3C4F-F84B-41E6-150941389EFA}"/>
              </a:ext>
            </a:extLst>
          </p:cNvPr>
          <p:cNvPicPr>
            <a:picLocks noChangeAspect="1"/>
          </p:cNvPicPr>
          <p:nvPr/>
        </p:nvPicPr>
        <p:blipFill>
          <a:blip r:embed="rId2"/>
          <a:stretch>
            <a:fillRect/>
          </a:stretch>
        </p:blipFill>
        <p:spPr>
          <a:xfrm>
            <a:off x="265019" y="3140169"/>
            <a:ext cx="9092898" cy="2016084"/>
          </a:xfrm>
          <a:prstGeom prst="rect">
            <a:avLst/>
          </a:prstGeom>
        </p:spPr>
      </p:pic>
      <p:sp>
        <p:nvSpPr>
          <p:cNvPr id="11" name="TextBox 10">
            <a:extLst>
              <a:ext uri="{FF2B5EF4-FFF2-40B4-BE49-F238E27FC236}">
                <a16:creationId xmlns:a16="http://schemas.microsoft.com/office/drawing/2014/main" id="{71BE1DBE-027D-A23A-C501-DBF9BFDD80D0}"/>
              </a:ext>
            </a:extLst>
          </p:cNvPr>
          <p:cNvSpPr txBox="1"/>
          <p:nvPr/>
        </p:nvSpPr>
        <p:spPr>
          <a:xfrm>
            <a:off x="12496800" y="2493838"/>
            <a:ext cx="46203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dirty="0">
                <a:latin typeface="Garamond"/>
              </a:rPr>
              <a:t>Book's Table</a:t>
            </a:r>
            <a:endParaRPr lang="en-US" sz="3600" b="1" dirty="0">
              <a:solidFill>
                <a:srgbClr val="000000"/>
              </a:solidFill>
              <a:latin typeface="Garamond"/>
            </a:endParaRPr>
          </a:p>
        </p:txBody>
      </p:sp>
      <p:pic>
        <p:nvPicPr>
          <p:cNvPr id="12" name="Picture 11" descr="A screenshot of a computer&#10;&#10;AI-generated content may be incorrect.">
            <a:extLst>
              <a:ext uri="{FF2B5EF4-FFF2-40B4-BE49-F238E27FC236}">
                <a16:creationId xmlns:a16="http://schemas.microsoft.com/office/drawing/2014/main" id="{77ADD355-FB76-3FBE-3EBA-2326CF6ADDBC}"/>
              </a:ext>
            </a:extLst>
          </p:cNvPr>
          <p:cNvPicPr>
            <a:picLocks noChangeAspect="1"/>
          </p:cNvPicPr>
          <p:nvPr/>
        </p:nvPicPr>
        <p:blipFill>
          <a:blip r:embed="rId3"/>
          <a:stretch>
            <a:fillRect/>
          </a:stretch>
        </p:blipFill>
        <p:spPr>
          <a:xfrm>
            <a:off x="9840166" y="3140169"/>
            <a:ext cx="8155080" cy="2292163"/>
          </a:xfrm>
          <a:prstGeom prst="rect">
            <a:avLst/>
          </a:prstGeom>
        </p:spPr>
      </p:pic>
      <p:sp>
        <p:nvSpPr>
          <p:cNvPr id="13" name="TextBox 12">
            <a:extLst>
              <a:ext uri="{FF2B5EF4-FFF2-40B4-BE49-F238E27FC236}">
                <a16:creationId xmlns:a16="http://schemas.microsoft.com/office/drawing/2014/main" id="{A10C9B0C-1D3E-3E07-B729-54F9719D49F5}"/>
              </a:ext>
            </a:extLst>
          </p:cNvPr>
          <p:cNvSpPr txBox="1"/>
          <p:nvPr/>
        </p:nvSpPr>
        <p:spPr>
          <a:xfrm>
            <a:off x="2806014" y="2542461"/>
            <a:ext cx="46203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dirty="0">
                <a:latin typeface="Garamond"/>
              </a:rPr>
              <a:t>Authors Table</a:t>
            </a:r>
            <a:endParaRPr lang="en-US" sz="3600" b="1" dirty="0">
              <a:solidFill>
                <a:srgbClr val="000000"/>
              </a:solidFill>
              <a:latin typeface="Garamond"/>
            </a:endParaRPr>
          </a:p>
        </p:txBody>
      </p:sp>
      <p:sp>
        <p:nvSpPr>
          <p:cNvPr id="14" name="TextBox 13">
            <a:extLst>
              <a:ext uri="{FF2B5EF4-FFF2-40B4-BE49-F238E27FC236}">
                <a16:creationId xmlns:a16="http://schemas.microsoft.com/office/drawing/2014/main" id="{F4D6DF95-9F9A-35EE-AC25-19D3F63F669A}"/>
              </a:ext>
            </a:extLst>
          </p:cNvPr>
          <p:cNvSpPr txBox="1"/>
          <p:nvPr/>
        </p:nvSpPr>
        <p:spPr>
          <a:xfrm>
            <a:off x="11916397" y="6021888"/>
            <a:ext cx="46203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dirty="0">
                <a:latin typeface="Garamond"/>
              </a:rPr>
              <a:t>Branch's Table</a:t>
            </a:r>
            <a:endParaRPr lang="en-US" sz="3600" b="1" dirty="0">
              <a:solidFill>
                <a:srgbClr val="000000"/>
              </a:solidFill>
              <a:latin typeface="Garamond"/>
            </a:endParaRPr>
          </a:p>
        </p:txBody>
      </p:sp>
      <p:pic>
        <p:nvPicPr>
          <p:cNvPr id="16" name="Picture 15" descr="A screenshot of a computer&#10;&#10;AI-generated content may be incorrect.">
            <a:extLst>
              <a:ext uri="{FF2B5EF4-FFF2-40B4-BE49-F238E27FC236}">
                <a16:creationId xmlns:a16="http://schemas.microsoft.com/office/drawing/2014/main" id="{A7576D65-8582-CADF-7646-9CD96760AD3F}"/>
              </a:ext>
            </a:extLst>
          </p:cNvPr>
          <p:cNvPicPr>
            <a:picLocks noChangeAspect="1"/>
          </p:cNvPicPr>
          <p:nvPr/>
        </p:nvPicPr>
        <p:blipFill>
          <a:blip r:embed="rId4"/>
          <a:stretch>
            <a:fillRect/>
          </a:stretch>
        </p:blipFill>
        <p:spPr>
          <a:xfrm>
            <a:off x="9832602" y="6681788"/>
            <a:ext cx="8170208" cy="2554380"/>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23622F8C-1E16-9DD9-5FB8-99ED5EA8A510}"/>
              </a:ext>
            </a:extLst>
          </p:cNvPr>
          <p:cNvPicPr>
            <a:picLocks noChangeAspect="1"/>
          </p:cNvPicPr>
          <p:nvPr/>
        </p:nvPicPr>
        <p:blipFill>
          <a:blip r:embed="rId5"/>
          <a:stretch>
            <a:fillRect/>
          </a:stretch>
        </p:blipFill>
        <p:spPr>
          <a:xfrm>
            <a:off x="257175" y="6688791"/>
            <a:ext cx="8629650" cy="2826123"/>
          </a:xfrm>
          <a:prstGeom prst="rect">
            <a:avLst/>
          </a:prstGeom>
        </p:spPr>
      </p:pic>
      <p:sp>
        <p:nvSpPr>
          <p:cNvPr id="18" name="object 8">
            <a:extLst>
              <a:ext uri="{FF2B5EF4-FFF2-40B4-BE49-F238E27FC236}">
                <a16:creationId xmlns:a16="http://schemas.microsoft.com/office/drawing/2014/main" id="{0BFEBE6F-AB07-8AB8-46B2-BBB8F9728721}"/>
              </a:ext>
            </a:extLst>
          </p:cNvPr>
          <p:cNvSpPr txBox="1"/>
          <p:nvPr/>
        </p:nvSpPr>
        <p:spPr>
          <a:xfrm>
            <a:off x="2404512" y="6028242"/>
            <a:ext cx="4360657" cy="567463"/>
          </a:xfrm>
          <a:prstGeom prst="rect">
            <a:avLst/>
          </a:prstGeom>
        </p:spPr>
        <p:txBody>
          <a:bodyPr vert="horz" wrap="square" lIns="0" tIns="13335" rIns="0" bIns="0" rtlCol="0" anchor="t">
            <a:spAutoFit/>
          </a:bodyPr>
          <a:lstStyle>
            <a:defPPr>
              <a:defRPr kern="0"/>
            </a:defPPr>
          </a:lstStyle>
          <a:p>
            <a:pPr marL="12700">
              <a:spcBef>
                <a:spcPts val="105"/>
              </a:spcBef>
            </a:pPr>
            <a:r>
              <a:rPr lang="en-US" sz="3600" b="1" dirty="0">
                <a:latin typeface="Garamond"/>
                <a:cs typeface="Times New Roman"/>
              </a:rPr>
              <a:t>Publisher's </a:t>
            </a:r>
            <a:r>
              <a:rPr lang="en-US" sz="3600" b="1" spc="-65" dirty="0">
                <a:latin typeface="Garamond"/>
                <a:cs typeface="Times New Roman"/>
              </a:rPr>
              <a:t>Table</a:t>
            </a:r>
            <a:endParaRPr sz="3600" b="1" dirty="0">
              <a:latin typeface="Garamond"/>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2459504" y="1538679"/>
            <a:ext cx="3861435" cy="666750"/>
          </a:xfrm>
          <a:prstGeom prst="rect">
            <a:avLst/>
          </a:prstGeom>
        </p:spPr>
        <p:txBody>
          <a:bodyPr vert="horz" wrap="square" lIns="0" tIns="13335" rIns="0" bIns="0" rtlCol="0" anchor="t">
            <a:spAutoFit/>
          </a:bodyPr>
          <a:lstStyle/>
          <a:p>
            <a:pPr marL="12700">
              <a:spcBef>
                <a:spcPts val="105"/>
              </a:spcBef>
            </a:pPr>
            <a:r>
              <a:rPr lang="en-US" sz="4200" b="1" dirty="0">
                <a:latin typeface="Garamond"/>
                <a:cs typeface="Times New Roman"/>
              </a:rPr>
              <a:t>Copies Table</a:t>
            </a:r>
            <a:endParaRPr sz="4200" b="1" spc="-60" dirty="0">
              <a:latin typeface="Garamond"/>
              <a:cs typeface="Times New Roman"/>
            </a:endParaRPr>
          </a:p>
        </p:txBody>
      </p:sp>
      <p:sp>
        <p:nvSpPr>
          <p:cNvPr id="6" name="object 6"/>
          <p:cNvSpPr txBox="1"/>
          <p:nvPr/>
        </p:nvSpPr>
        <p:spPr>
          <a:xfrm>
            <a:off x="11745370" y="1543012"/>
            <a:ext cx="4573905" cy="666750"/>
          </a:xfrm>
          <a:prstGeom prst="rect">
            <a:avLst/>
          </a:prstGeom>
        </p:spPr>
        <p:txBody>
          <a:bodyPr vert="horz" wrap="square" lIns="0" tIns="13335" rIns="0" bIns="0" rtlCol="0" anchor="t">
            <a:spAutoFit/>
          </a:bodyPr>
          <a:lstStyle/>
          <a:p>
            <a:pPr marL="12700">
              <a:spcBef>
                <a:spcPts val="105"/>
              </a:spcBef>
            </a:pPr>
            <a:r>
              <a:rPr lang="en-US" sz="4200" b="1" spc="-55" dirty="0">
                <a:latin typeface="Garamond"/>
                <a:cs typeface="Times New Roman"/>
              </a:rPr>
              <a:t>Loan's Table</a:t>
            </a:r>
            <a:endParaRPr sz="4200" b="1" dirty="0">
              <a:latin typeface="Garamond"/>
              <a:cs typeface="Times New Roman"/>
            </a:endParaRPr>
          </a:p>
        </p:txBody>
      </p:sp>
      <p:sp>
        <p:nvSpPr>
          <p:cNvPr id="7" name="object 7" descr="$PPTXTitle"/>
          <p:cNvSpPr txBox="1">
            <a:spLocks noGrp="1"/>
          </p:cNvSpPr>
          <p:nvPr>
            <p:ph type="title"/>
          </p:nvPr>
        </p:nvSpPr>
        <p:spPr>
          <a:xfrm>
            <a:off x="7521575" y="358098"/>
            <a:ext cx="2816225" cy="1124667"/>
          </a:xfrm>
          <a:prstGeom prst="rect">
            <a:avLst/>
          </a:prstGeom>
        </p:spPr>
        <p:txBody>
          <a:bodyPr vert="horz" wrap="square" lIns="0" tIns="16510" rIns="0" bIns="0" rtlCol="0">
            <a:spAutoFit/>
          </a:bodyPr>
          <a:lstStyle/>
          <a:p>
            <a:pPr marL="12700">
              <a:lnSpc>
                <a:spcPct val="100000"/>
              </a:lnSpc>
              <a:spcBef>
                <a:spcPts val="130"/>
              </a:spcBef>
            </a:pPr>
            <a:r>
              <a:rPr sz="7200" b="1" spc="-760" dirty="0"/>
              <a:t>T</a:t>
            </a:r>
            <a:r>
              <a:rPr sz="7200" b="1" spc="50" dirty="0"/>
              <a:t>a</a:t>
            </a:r>
            <a:r>
              <a:rPr sz="7200" b="1" spc="-25" dirty="0"/>
              <a:t>b</a:t>
            </a:r>
            <a:r>
              <a:rPr sz="7200" b="1" spc="15" dirty="0"/>
              <a:t>les</a:t>
            </a:r>
            <a:endParaRPr sz="7200" b="1" dirty="0"/>
          </a:p>
        </p:txBody>
      </p:sp>
      <p:pic>
        <p:nvPicPr>
          <p:cNvPr id="10" name="Picture 9" descr="A screenshot of a computer&#10;&#10;AI-generated content may be incorrect.">
            <a:extLst>
              <a:ext uri="{FF2B5EF4-FFF2-40B4-BE49-F238E27FC236}">
                <a16:creationId xmlns:a16="http://schemas.microsoft.com/office/drawing/2014/main" id="{7D2AD570-42ED-FDD0-CC99-1C8455B556B5}"/>
              </a:ext>
            </a:extLst>
          </p:cNvPr>
          <p:cNvPicPr>
            <a:picLocks noChangeAspect="1"/>
          </p:cNvPicPr>
          <p:nvPr/>
        </p:nvPicPr>
        <p:blipFill>
          <a:blip r:embed="rId2"/>
          <a:stretch>
            <a:fillRect/>
          </a:stretch>
        </p:blipFill>
        <p:spPr>
          <a:xfrm>
            <a:off x="254095" y="2254622"/>
            <a:ext cx="8887943" cy="3206004"/>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8A160ADF-1310-2769-14F7-6A5EA2963CED}"/>
              </a:ext>
            </a:extLst>
          </p:cNvPr>
          <p:cNvPicPr>
            <a:picLocks noChangeAspect="1"/>
          </p:cNvPicPr>
          <p:nvPr/>
        </p:nvPicPr>
        <p:blipFill>
          <a:blip r:embed="rId3"/>
          <a:stretch>
            <a:fillRect/>
          </a:stretch>
        </p:blipFill>
        <p:spPr>
          <a:xfrm>
            <a:off x="9593018" y="2263590"/>
            <a:ext cx="8435006" cy="5440453"/>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E354E898-523C-144E-BA1F-458D18FC3DB4}"/>
              </a:ext>
            </a:extLst>
          </p:cNvPr>
          <p:cNvPicPr>
            <a:picLocks noChangeAspect="1"/>
          </p:cNvPicPr>
          <p:nvPr/>
        </p:nvPicPr>
        <p:blipFill>
          <a:blip r:embed="rId4"/>
          <a:stretch>
            <a:fillRect/>
          </a:stretch>
        </p:blipFill>
        <p:spPr>
          <a:xfrm>
            <a:off x="164731" y="6933417"/>
            <a:ext cx="9096375" cy="2933700"/>
          </a:xfrm>
          <a:prstGeom prst="rect">
            <a:avLst/>
          </a:prstGeom>
        </p:spPr>
      </p:pic>
      <p:sp>
        <p:nvSpPr>
          <p:cNvPr id="14" name="TextBox 7">
            <a:extLst>
              <a:ext uri="{FF2B5EF4-FFF2-40B4-BE49-F238E27FC236}">
                <a16:creationId xmlns:a16="http://schemas.microsoft.com/office/drawing/2014/main" id="{99281725-FB9D-7E7B-6D08-003876D50B58}"/>
              </a:ext>
            </a:extLst>
          </p:cNvPr>
          <p:cNvSpPr txBox="1"/>
          <p:nvPr/>
        </p:nvSpPr>
        <p:spPr>
          <a:xfrm>
            <a:off x="1939325" y="6292210"/>
            <a:ext cx="4620302" cy="7386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kern="0"/>
            </a:defPPr>
          </a:lstStyle>
          <a:p>
            <a:pPr algn="l"/>
            <a:r>
              <a:rPr lang="en-US" sz="4200" b="1" dirty="0">
                <a:latin typeface="Garamond"/>
              </a:rPr>
              <a:t>Borrower's Table</a:t>
            </a:r>
            <a:endParaRPr lang="en-US" sz="4200" b="1" dirty="0">
              <a:solidFill>
                <a:srgbClr val="000000"/>
              </a:solidFill>
              <a:latin typeface="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1657352" y="-91963"/>
            <a:ext cx="13611777" cy="1186479"/>
          </a:xfrm>
          <a:prstGeom prst="rect">
            <a:avLst/>
          </a:prstGeom>
        </p:spPr>
        <p:txBody>
          <a:bodyPr vert="horz" wrap="square" lIns="0" tIns="77724" rIns="0" bIns="0" rtlCol="0">
            <a:spAutoFit/>
          </a:bodyPr>
          <a:lstStyle/>
          <a:p>
            <a:pPr marL="4700905" algn="l">
              <a:spcBef>
                <a:spcPts val="130"/>
              </a:spcBef>
            </a:pPr>
            <a:r>
              <a:rPr lang="en-US" sz="7200" b="1" spc="-10" dirty="0"/>
              <a:t>ER Diagram</a:t>
            </a:r>
          </a:p>
        </p:txBody>
      </p:sp>
      <p:pic>
        <p:nvPicPr>
          <p:cNvPr id="6" name="Picture 5">
            <a:extLst>
              <a:ext uri="{FF2B5EF4-FFF2-40B4-BE49-F238E27FC236}">
                <a16:creationId xmlns:a16="http://schemas.microsoft.com/office/drawing/2014/main" id="{4929BBA6-1DFA-A3E4-E324-65F683EE2168}"/>
              </a:ext>
            </a:extLst>
          </p:cNvPr>
          <p:cNvPicPr>
            <a:picLocks noChangeAspect="1"/>
          </p:cNvPicPr>
          <p:nvPr/>
        </p:nvPicPr>
        <p:blipFill>
          <a:blip r:embed="rId2"/>
          <a:stretch>
            <a:fillRect/>
          </a:stretch>
        </p:blipFill>
        <p:spPr>
          <a:xfrm>
            <a:off x="807665" y="1166533"/>
            <a:ext cx="16639053" cy="77858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6685" y="2481897"/>
            <a:ext cx="15327630" cy="2621359"/>
          </a:xfrm>
          <a:prstGeom prst="rect">
            <a:avLst/>
          </a:prstGeom>
        </p:spPr>
        <p:txBody>
          <a:bodyPr vert="horz" wrap="square" lIns="0" tIns="8255" rIns="0" bIns="0" rtlCol="0" anchor="t">
            <a:spAutoFit/>
          </a:bodyPr>
          <a:lstStyle/>
          <a:p>
            <a:pPr marL="12700" marR="5080" algn="just">
              <a:lnSpc>
                <a:spcPct val="118900"/>
              </a:lnSpc>
              <a:spcBef>
                <a:spcPts val="65"/>
              </a:spcBef>
            </a:pPr>
            <a:r>
              <a:rPr lang="en-US" sz="3650" b="1" spc="-10" dirty="0">
                <a:latin typeface="Garamond"/>
              </a:rPr>
              <a:t>Libraries often face challenges in efficiently managing large volumes of data related to books, borrowers, and transactions. Traditional or manual systems make it difficult to track book availability, manage multiple copies across branches, and monitor borrowing activities in real time.</a:t>
            </a:r>
            <a:endParaRPr lang="en-US" b="1" dirty="0">
              <a:latin typeface="Garamond"/>
            </a:endParaRPr>
          </a:p>
        </p:txBody>
      </p:sp>
      <p:sp>
        <p:nvSpPr>
          <p:cNvPr id="3" name="object 3" descr="$PPTXTitle"/>
          <p:cNvSpPr txBox="1">
            <a:spLocks noGrp="1"/>
          </p:cNvSpPr>
          <p:nvPr>
            <p:ph type="title"/>
          </p:nvPr>
        </p:nvSpPr>
        <p:spPr>
          <a:xfrm>
            <a:off x="-6721" y="-5977"/>
            <a:ext cx="14401794" cy="1955801"/>
          </a:xfrm>
          <a:prstGeom prst="rect">
            <a:avLst/>
          </a:prstGeom>
        </p:spPr>
        <p:txBody>
          <a:bodyPr vert="horz" wrap="square" lIns="0" tIns="621030" rIns="0" bIns="0" rtlCol="0">
            <a:spAutoFit/>
          </a:bodyPr>
          <a:lstStyle/>
          <a:p>
            <a:pPr marL="3359150">
              <a:lnSpc>
                <a:spcPct val="100000"/>
              </a:lnSpc>
              <a:spcBef>
                <a:spcPts val="105"/>
              </a:spcBef>
            </a:pPr>
            <a:r>
              <a:rPr sz="7200" dirty="0"/>
              <a:t>Problem</a:t>
            </a:r>
            <a:r>
              <a:rPr sz="7200" spc="-245" dirty="0"/>
              <a:t> </a:t>
            </a:r>
            <a:r>
              <a:rPr sz="7200" spc="-10" dirty="0"/>
              <a:t>Statement</a:t>
            </a:r>
            <a:endParaRPr sz="7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descr="$PPTXTitle"/>
          <p:cNvSpPr txBox="1">
            <a:spLocks noGrp="1"/>
          </p:cNvSpPr>
          <p:nvPr>
            <p:ph type="title"/>
          </p:nvPr>
        </p:nvSpPr>
        <p:spPr>
          <a:xfrm>
            <a:off x="-1015250" y="8375"/>
            <a:ext cx="18788896" cy="1777345"/>
          </a:xfrm>
          <a:prstGeom prst="rect">
            <a:avLst/>
          </a:prstGeom>
        </p:spPr>
        <p:txBody>
          <a:bodyPr vert="horz" wrap="square" lIns="0" tIns="662876" rIns="0" bIns="0" rtlCol="0">
            <a:spAutoFit/>
          </a:bodyPr>
          <a:lstStyle/>
          <a:p>
            <a:pPr marL="1724025">
              <a:spcBef>
                <a:spcPts val="105"/>
              </a:spcBef>
            </a:pPr>
            <a:r>
              <a:rPr lang="en-US" sz="3600" b="1" spc="-10" dirty="0">
                <a:solidFill>
                  <a:srgbClr val="000000"/>
                </a:solidFill>
                <a:latin typeface="Garamond"/>
                <a:cs typeface="Arial"/>
              </a:rPr>
              <a:t>1.How many copies of the book titled "The Lost Tribe" are owned by the library branch whose name is "Sharpstown"?</a:t>
            </a:r>
            <a:endParaRPr lang="en-US" sz="3600" b="1" dirty="0">
              <a:latin typeface="Garamond"/>
            </a:endParaRPr>
          </a:p>
        </p:txBody>
      </p:sp>
      <p:pic>
        <p:nvPicPr>
          <p:cNvPr id="8" name="Picture 7">
            <a:extLst>
              <a:ext uri="{FF2B5EF4-FFF2-40B4-BE49-F238E27FC236}">
                <a16:creationId xmlns:a16="http://schemas.microsoft.com/office/drawing/2014/main" id="{9619554C-C2E0-9802-4BF4-513F8D4BE9DC}"/>
              </a:ext>
            </a:extLst>
          </p:cNvPr>
          <p:cNvPicPr>
            <a:picLocks noChangeAspect="1"/>
          </p:cNvPicPr>
          <p:nvPr/>
        </p:nvPicPr>
        <p:blipFill>
          <a:blip r:embed="rId2"/>
          <a:stretch>
            <a:fillRect/>
          </a:stretch>
        </p:blipFill>
        <p:spPr>
          <a:xfrm>
            <a:off x="716056" y="2697537"/>
            <a:ext cx="13115620" cy="3131764"/>
          </a:xfrm>
          <a:prstGeom prst="rect">
            <a:avLst/>
          </a:prstGeom>
        </p:spPr>
      </p:pic>
      <p:pic>
        <p:nvPicPr>
          <p:cNvPr id="9" name="Picture 8">
            <a:extLst>
              <a:ext uri="{FF2B5EF4-FFF2-40B4-BE49-F238E27FC236}">
                <a16:creationId xmlns:a16="http://schemas.microsoft.com/office/drawing/2014/main" id="{DE75E5F9-C2B3-4344-DF6B-AE86BD2BE4A3}"/>
              </a:ext>
            </a:extLst>
          </p:cNvPr>
          <p:cNvPicPr>
            <a:picLocks noChangeAspect="1"/>
          </p:cNvPicPr>
          <p:nvPr/>
        </p:nvPicPr>
        <p:blipFill>
          <a:blip r:embed="rId3"/>
          <a:stretch>
            <a:fillRect/>
          </a:stretch>
        </p:blipFill>
        <p:spPr>
          <a:xfrm>
            <a:off x="710493" y="6802674"/>
            <a:ext cx="5614107" cy="1689050"/>
          </a:xfrm>
          <a:prstGeom prst="rect">
            <a:avLst/>
          </a:prstGeom>
        </p:spPr>
      </p:pic>
      <p:sp>
        <p:nvSpPr>
          <p:cNvPr id="2" name="TextBox 1">
            <a:extLst>
              <a:ext uri="{FF2B5EF4-FFF2-40B4-BE49-F238E27FC236}">
                <a16:creationId xmlns:a16="http://schemas.microsoft.com/office/drawing/2014/main" id="{216F287C-8B15-B6DB-52F0-971466B884D2}"/>
              </a:ext>
            </a:extLst>
          </p:cNvPr>
          <p:cNvSpPr txBox="1"/>
          <p:nvPr/>
        </p:nvSpPr>
        <p:spPr>
          <a:xfrm>
            <a:off x="710493" y="2127284"/>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Quer</a:t>
            </a:r>
            <a:r>
              <a:rPr lang="en-US" sz="3200" b="1">
                <a:latin typeface="Garamond"/>
              </a:rPr>
              <a:t>y :</a:t>
            </a:r>
            <a:endParaRPr lang="en-US" sz="3200" b="1">
              <a:solidFill>
                <a:srgbClr val="000000"/>
              </a:solidFill>
              <a:latin typeface="Garamond"/>
            </a:endParaRPr>
          </a:p>
        </p:txBody>
      </p:sp>
      <p:sp>
        <p:nvSpPr>
          <p:cNvPr id="4" name="TextBox 3">
            <a:extLst>
              <a:ext uri="{FF2B5EF4-FFF2-40B4-BE49-F238E27FC236}">
                <a16:creationId xmlns:a16="http://schemas.microsoft.com/office/drawing/2014/main" id="{B870188B-AA63-962E-E717-FCEB2E075C9E}"/>
              </a:ext>
            </a:extLst>
          </p:cNvPr>
          <p:cNvSpPr txBox="1"/>
          <p:nvPr/>
        </p:nvSpPr>
        <p:spPr>
          <a:xfrm>
            <a:off x="710493" y="5999327"/>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Output :</a:t>
            </a:r>
            <a:endParaRPr lang="en-US" sz="3200" b="1" dirty="0">
              <a:solidFill>
                <a:srgbClr val="000000"/>
              </a:solidFill>
              <a:latin typeface="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8DAB77C-296B-4035-73D5-41EF9E5EF22F}"/>
              </a:ext>
            </a:extLst>
          </p:cNvPr>
          <p:cNvSpPr>
            <a:spLocks noGrp="1"/>
          </p:cNvSpPr>
          <p:nvPr>
            <p:ph type="title"/>
          </p:nvPr>
        </p:nvSpPr>
        <p:spPr>
          <a:xfrm>
            <a:off x="12852028" y="10886140"/>
            <a:ext cx="4182030" cy="39596"/>
          </a:xfrm>
        </p:spPr>
        <p:txBody>
          <a:bodyPr>
            <a:normAutofit fontScale="90000"/>
          </a:bodyPr>
          <a:lstStyle/>
          <a:p>
            <a:endParaRPr lang="en-US"/>
          </a:p>
        </p:txBody>
      </p:sp>
      <p:sp>
        <p:nvSpPr>
          <p:cNvPr id="11" name="object 6" descr="$PPTXTitle">
            <a:extLst>
              <a:ext uri="{FF2B5EF4-FFF2-40B4-BE49-F238E27FC236}">
                <a16:creationId xmlns:a16="http://schemas.microsoft.com/office/drawing/2014/main" id="{C45C8030-9ABF-F8FE-D659-9A3C6D046443}"/>
              </a:ext>
            </a:extLst>
          </p:cNvPr>
          <p:cNvSpPr txBox="1">
            <a:spLocks/>
          </p:cNvSpPr>
          <p:nvPr/>
        </p:nvSpPr>
        <p:spPr>
          <a:xfrm>
            <a:off x="-1015250" y="66442"/>
            <a:ext cx="18788896" cy="1777345"/>
          </a:xfrm>
          <a:prstGeom prst="rect">
            <a:avLst/>
          </a:prstGeom>
          <a:effectLst/>
        </p:spPr>
        <p:txBody>
          <a:bodyPr vert="horz" wrap="square" lIns="0" tIns="662876" rIns="0" bIns="0" rtlCol="0" anchor="ctr">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724025">
              <a:spcBef>
                <a:spcPts val="105"/>
              </a:spcBef>
            </a:pPr>
            <a:r>
              <a:rPr lang="en-US" sz="3600" b="1" spc="-10" dirty="0">
                <a:solidFill>
                  <a:srgbClr val="000000"/>
                </a:solidFill>
                <a:latin typeface="Garamond"/>
                <a:cs typeface="Arial"/>
              </a:rPr>
              <a:t>2.How many copies of the book titled "The Lost Tribe" are owned by each library branch?</a:t>
            </a:r>
            <a:endParaRPr lang="en-US" sz="3600" b="1" dirty="0">
              <a:solidFill>
                <a:srgbClr val="262626"/>
              </a:solidFill>
              <a:latin typeface="Garamond"/>
              <a:cs typeface="Arial"/>
            </a:endParaRPr>
          </a:p>
        </p:txBody>
      </p:sp>
      <p:pic>
        <p:nvPicPr>
          <p:cNvPr id="12" name="Picture 11" descr="A white background with black text&#10;&#10;AI-generated content may be incorrect.">
            <a:extLst>
              <a:ext uri="{FF2B5EF4-FFF2-40B4-BE49-F238E27FC236}">
                <a16:creationId xmlns:a16="http://schemas.microsoft.com/office/drawing/2014/main" id="{BADCD591-2C47-1458-65EC-21E37B923502}"/>
              </a:ext>
            </a:extLst>
          </p:cNvPr>
          <p:cNvPicPr>
            <a:picLocks noChangeAspect="1"/>
          </p:cNvPicPr>
          <p:nvPr/>
        </p:nvPicPr>
        <p:blipFill>
          <a:blip r:embed="rId2"/>
          <a:stretch>
            <a:fillRect/>
          </a:stretch>
        </p:blipFill>
        <p:spPr>
          <a:xfrm>
            <a:off x="552730" y="2404492"/>
            <a:ext cx="15429420" cy="3077695"/>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B4A96D2A-5213-260D-44FF-2C29371C8828}"/>
              </a:ext>
            </a:extLst>
          </p:cNvPr>
          <p:cNvPicPr>
            <a:picLocks noChangeAspect="1"/>
          </p:cNvPicPr>
          <p:nvPr/>
        </p:nvPicPr>
        <p:blipFill>
          <a:blip r:embed="rId3"/>
          <a:stretch>
            <a:fillRect/>
          </a:stretch>
        </p:blipFill>
        <p:spPr>
          <a:xfrm>
            <a:off x="552730" y="6343660"/>
            <a:ext cx="7387477" cy="2944345"/>
          </a:xfrm>
          <a:prstGeom prst="rect">
            <a:avLst/>
          </a:prstGeom>
        </p:spPr>
      </p:pic>
      <p:sp>
        <p:nvSpPr>
          <p:cNvPr id="3" name="TextBox 2">
            <a:extLst>
              <a:ext uri="{FF2B5EF4-FFF2-40B4-BE49-F238E27FC236}">
                <a16:creationId xmlns:a16="http://schemas.microsoft.com/office/drawing/2014/main" id="{FD60F207-D1AC-FE1E-A258-33C30B7C7980}"/>
              </a:ext>
            </a:extLst>
          </p:cNvPr>
          <p:cNvSpPr txBox="1"/>
          <p:nvPr/>
        </p:nvSpPr>
        <p:spPr>
          <a:xfrm>
            <a:off x="559214" y="1791108"/>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Quer</a:t>
            </a:r>
            <a:r>
              <a:rPr lang="en-US" sz="3200" b="1">
                <a:latin typeface="Garamond"/>
              </a:rPr>
              <a:t>y :</a:t>
            </a:r>
            <a:endParaRPr lang="en-US" sz="3200" b="1">
              <a:solidFill>
                <a:srgbClr val="000000"/>
              </a:solidFill>
              <a:latin typeface="Garamond"/>
            </a:endParaRPr>
          </a:p>
        </p:txBody>
      </p:sp>
      <p:sp>
        <p:nvSpPr>
          <p:cNvPr id="5" name="TextBox 4">
            <a:extLst>
              <a:ext uri="{FF2B5EF4-FFF2-40B4-BE49-F238E27FC236}">
                <a16:creationId xmlns:a16="http://schemas.microsoft.com/office/drawing/2014/main" id="{9763E686-4112-E15C-4F9F-AAE913CF00EE}"/>
              </a:ext>
            </a:extLst>
          </p:cNvPr>
          <p:cNvSpPr txBox="1"/>
          <p:nvPr/>
        </p:nvSpPr>
        <p:spPr>
          <a:xfrm>
            <a:off x="552730" y="5613898"/>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Output :</a:t>
            </a:r>
            <a:endParaRPr lang="en-US" sz="3200" b="1" dirty="0">
              <a:solidFill>
                <a:srgbClr val="000000"/>
              </a:solidFill>
              <a:latin typeface="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6" descr="$PPTXTitle">
            <a:extLst>
              <a:ext uri="{FF2B5EF4-FFF2-40B4-BE49-F238E27FC236}">
                <a16:creationId xmlns:a16="http://schemas.microsoft.com/office/drawing/2014/main" id="{49DE534C-041B-0C3D-15A9-D7B2B91C2FF0}"/>
              </a:ext>
            </a:extLst>
          </p:cNvPr>
          <p:cNvSpPr txBox="1">
            <a:spLocks/>
          </p:cNvSpPr>
          <p:nvPr/>
        </p:nvSpPr>
        <p:spPr>
          <a:xfrm>
            <a:off x="-1015250" y="343441"/>
            <a:ext cx="18788896" cy="1223347"/>
          </a:xfrm>
          <a:prstGeom prst="rect">
            <a:avLst/>
          </a:prstGeom>
          <a:effectLst/>
        </p:spPr>
        <p:txBody>
          <a:bodyPr vert="horz" wrap="square" lIns="0" tIns="662876" rIns="0" bIns="0" rtlCol="0" anchor="ctr">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724025">
              <a:spcBef>
                <a:spcPts val="105"/>
              </a:spcBef>
            </a:pPr>
            <a:r>
              <a:rPr lang="en-US" sz="3600" b="1" spc="-10" dirty="0">
                <a:solidFill>
                  <a:srgbClr val="000000"/>
                </a:solidFill>
                <a:latin typeface="Garamond"/>
                <a:cs typeface="Arial"/>
              </a:rPr>
              <a:t>3.Retrieve the names of all borrowers who do not have any books checked out.</a:t>
            </a:r>
          </a:p>
        </p:txBody>
      </p:sp>
      <p:pic>
        <p:nvPicPr>
          <p:cNvPr id="10" name="Picture 9" descr="A white background with black text&#10;&#10;AI-generated content may be incorrect.">
            <a:extLst>
              <a:ext uri="{FF2B5EF4-FFF2-40B4-BE49-F238E27FC236}">
                <a16:creationId xmlns:a16="http://schemas.microsoft.com/office/drawing/2014/main" id="{28C11A06-B745-A567-0149-B4625AAE150B}"/>
              </a:ext>
            </a:extLst>
          </p:cNvPr>
          <p:cNvPicPr>
            <a:picLocks noChangeAspect="1"/>
          </p:cNvPicPr>
          <p:nvPr/>
        </p:nvPicPr>
        <p:blipFill>
          <a:blip r:embed="rId2"/>
          <a:stretch>
            <a:fillRect/>
          </a:stretch>
        </p:blipFill>
        <p:spPr>
          <a:xfrm>
            <a:off x="648260" y="2564187"/>
            <a:ext cx="11831473" cy="2884113"/>
          </a:xfrm>
          <a:prstGeom prst="rect">
            <a:avLst/>
          </a:prstGeom>
        </p:spPr>
      </p:pic>
      <p:pic>
        <p:nvPicPr>
          <p:cNvPr id="11" name="Picture 10" descr="A close up of a name&#10;&#10;AI-generated content may be incorrect.">
            <a:extLst>
              <a:ext uri="{FF2B5EF4-FFF2-40B4-BE49-F238E27FC236}">
                <a16:creationId xmlns:a16="http://schemas.microsoft.com/office/drawing/2014/main" id="{AF1D3463-25D8-FDC6-00CE-402E497D3D89}"/>
              </a:ext>
            </a:extLst>
          </p:cNvPr>
          <p:cNvPicPr>
            <a:picLocks noChangeAspect="1"/>
          </p:cNvPicPr>
          <p:nvPr/>
        </p:nvPicPr>
        <p:blipFill>
          <a:blip r:embed="rId3"/>
          <a:stretch>
            <a:fillRect/>
          </a:stretch>
        </p:blipFill>
        <p:spPr>
          <a:xfrm>
            <a:off x="643258" y="6537511"/>
            <a:ext cx="4081142" cy="2179390"/>
          </a:xfrm>
          <a:prstGeom prst="rect">
            <a:avLst/>
          </a:prstGeom>
        </p:spPr>
      </p:pic>
      <p:sp>
        <p:nvSpPr>
          <p:cNvPr id="3" name="TextBox 2">
            <a:extLst>
              <a:ext uri="{FF2B5EF4-FFF2-40B4-BE49-F238E27FC236}">
                <a16:creationId xmlns:a16="http://schemas.microsoft.com/office/drawing/2014/main" id="{EADE2163-BA91-629A-BBF1-0E974DACC18C}"/>
              </a:ext>
            </a:extLst>
          </p:cNvPr>
          <p:cNvSpPr txBox="1"/>
          <p:nvPr/>
        </p:nvSpPr>
        <p:spPr>
          <a:xfrm>
            <a:off x="643258" y="1992813"/>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Quer</a:t>
            </a:r>
            <a:r>
              <a:rPr lang="en-US" sz="3200" b="1">
                <a:latin typeface="Garamond"/>
              </a:rPr>
              <a:t>y :</a:t>
            </a:r>
            <a:endParaRPr lang="en-US" sz="3200" b="1">
              <a:solidFill>
                <a:srgbClr val="000000"/>
              </a:solidFill>
              <a:latin typeface="Garamond"/>
            </a:endParaRPr>
          </a:p>
        </p:txBody>
      </p:sp>
      <p:sp>
        <p:nvSpPr>
          <p:cNvPr id="5" name="TextBox 4">
            <a:extLst>
              <a:ext uri="{FF2B5EF4-FFF2-40B4-BE49-F238E27FC236}">
                <a16:creationId xmlns:a16="http://schemas.microsoft.com/office/drawing/2014/main" id="{C82C9112-81EF-F903-CFA0-100635DC9CF7}"/>
              </a:ext>
            </a:extLst>
          </p:cNvPr>
          <p:cNvSpPr txBox="1"/>
          <p:nvPr/>
        </p:nvSpPr>
        <p:spPr>
          <a:xfrm>
            <a:off x="643258" y="5505660"/>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Output :</a:t>
            </a:r>
            <a:endParaRPr lang="en-US" sz="3200" b="1" dirty="0">
              <a:solidFill>
                <a:srgbClr val="000000"/>
              </a:solidFill>
              <a:latin typeface="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6" descr="$PPTXTitle">
            <a:extLst>
              <a:ext uri="{FF2B5EF4-FFF2-40B4-BE49-F238E27FC236}">
                <a16:creationId xmlns:a16="http://schemas.microsoft.com/office/drawing/2014/main" id="{88CDD4A6-E5D6-EC81-AAA0-0D75A38BC61D}"/>
              </a:ext>
            </a:extLst>
          </p:cNvPr>
          <p:cNvSpPr txBox="1">
            <a:spLocks/>
          </p:cNvSpPr>
          <p:nvPr/>
        </p:nvSpPr>
        <p:spPr>
          <a:xfrm>
            <a:off x="-1166529" y="-68029"/>
            <a:ext cx="18788896" cy="1777345"/>
          </a:xfrm>
          <a:prstGeom prst="rect">
            <a:avLst/>
          </a:prstGeom>
          <a:effectLst/>
        </p:spPr>
        <p:txBody>
          <a:bodyPr vert="horz" wrap="square" lIns="0" tIns="662876" rIns="0" bIns="0" rtlCol="0" anchor="ctr">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724025">
              <a:spcBef>
                <a:spcPts val="105"/>
              </a:spcBef>
            </a:pPr>
            <a:r>
              <a:rPr lang="en-US" sz="3600" b="1" spc="-10" dirty="0">
                <a:solidFill>
                  <a:srgbClr val="000000"/>
                </a:solidFill>
                <a:latin typeface="Garamond"/>
                <a:cs typeface="Arial"/>
              </a:rPr>
              <a:t>4.For each book that is loaned out from the "Sharpstown" branch and whose </a:t>
            </a:r>
            <a:r>
              <a:rPr lang="en-US" sz="3600" b="1" spc="-10" dirty="0" err="1">
                <a:solidFill>
                  <a:srgbClr val="000000"/>
                </a:solidFill>
                <a:latin typeface="Garamond"/>
                <a:cs typeface="Arial"/>
              </a:rPr>
              <a:t>DueDate</a:t>
            </a:r>
            <a:r>
              <a:rPr lang="en-US" sz="3600" b="1" spc="-10" dirty="0">
                <a:solidFill>
                  <a:srgbClr val="000000"/>
                </a:solidFill>
                <a:latin typeface="Garamond"/>
                <a:cs typeface="Arial"/>
              </a:rPr>
              <a:t> is 2/3/18, retrieve the book title, the borrower's name, and the borrower's address. </a:t>
            </a:r>
            <a:endParaRPr lang="en-US" sz="3600" b="1" dirty="0">
              <a:latin typeface="Garamond"/>
            </a:endParaRPr>
          </a:p>
        </p:txBody>
      </p:sp>
      <p:pic>
        <p:nvPicPr>
          <p:cNvPr id="11" name="Picture 10" descr="A white background with black text&#10;&#10;AI-generated content may be incorrect.">
            <a:extLst>
              <a:ext uri="{FF2B5EF4-FFF2-40B4-BE49-F238E27FC236}">
                <a16:creationId xmlns:a16="http://schemas.microsoft.com/office/drawing/2014/main" id="{2B84BC31-4512-A2CA-5BCD-A5CB3EE87A0E}"/>
              </a:ext>
            </a:extLst>
          </p:cNvPr>
          <p:cNvPicPr>
            <a:picLocks noChangeAspect="1"/>
          </p:cNvPicPr>
          <p:nvPr/>
        </p:nvPicPr>
        <p:blipFill>
          <a:blip r:embed="rId2"/>
          <a:stretch>
            <a:fillRect/>
          </a:stretch>
        </p:blipFill>
        <p:spPr>
          <a:xfrm>
            <a:off x="513790" y="2571190"/>
            <a:ext cx="13965890" cy="3262031"/>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CB6B76C8-DE12-D21A-E9AE-8F8749F44A64}"/>
              </a:ext>
            </a:extLst>
          </p:cNvPr>
          <p:cNvPicPr>
            <a:picLocks noChangeAspect="1"/>
          </p:cNvPicPr>
          <p:nvPr/>
        </p:nvPicPr>
        <p:blipFill>
          <a:blip r:embed="rId3"/>
          <a:stretch>
            <a:fillRect/>
          </a:stretch>
        </p:blipFill>
        <p:spPr>
          <a:xfrm>
            <a:off x="512949" y="6934201"/>
            <a:ext cx="12068175" cy="3091702"/>
          </a:xfrm>
          <a:prstGeom prst="rect">
            <a:avLst/>
          </a:prstGeom>
        </p:spPr>
      </p:pic>
      <p:sp>
        <p:nvSpPr>
          <p:cNvPr id="3" name="TextBox 2">
            <a:extLst>
              <a:ext uri="{FF2B5EF4-FFF2-40B4-BE49-F238E27FC236}">
                <a16:creationId xmlns:a16="http://schemas.microsoft.com/office/drawing/2014/main" id="{DC088B92-558C-6902-E597-A14E43E0A4BF}"/>
              </a:ext>
            </a:extLst>
          </p:cNvPr>
          <p:cNvSpPr txBox="1"/>
          <p:nvPr/>
        </p:nvSpPr>
        <p:spPr>
          <a:xfrm>
            <a:off x="508787" y="1992813"/>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Quer</a:t>
            </a:r>
            <a:r>
              <a:rPr lang="en-US" sz="3200" b="1">
                <a:latin typeface="Garamond"/>
              </a:rPr>
              <a:t>y :</a:t>
            </a:r>
            <a:endParaRPr lang="en-US" sz="3200" b="1">
              <a:solidFill>
                <a:srgbClr val="000000"/>
              </a:solidFill>
              <a:latin typeface="Garamond"/>
            </a:endParaRPr>
          </a:p>
        </p:txBody>
      </p:sp>
      <p:sp>
        <p:nvSpPr>
          <p:cNvPr id="5" name="TextBox 4">
            <a:extLst>
              <a:ext uri="{FF2B5EF4-FFF2-40B4-BE49-F238E27FC236}">
                <a16:creationId xmlns:a16="http://schemas.microsoft.com/office/drawing/2014/main" id="{55BA9E4C-FEF6-586C-CBE2-2F783BA0C0EE}"/>
              </a:ext>
            </a:extLst>
          </p:cNvPr>
          <p:cNvSpPr txBox="1"/>
          <p:nvPr/>
        </p:nvSpPr>
        <p:spPr>
          <a:xfrm>
            <a:off x="508786" y="6363106"/>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a:latin typeface="Garamond"/>
              </a:rPr>
              <a:t>Output :</a:t>
            </a:r>
            <a:endParaRPr lang="en-US" sz="3200" b="1">
              <a:solidFill>
                <a:srgbClr val="000000"/>
              </a:solidFill>
              <a:latin typeface="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6" descr="$PPTXTitle">
            <a:extLst>
              <a:ext uri="{FF2B5EF4-FFF2-40B4-BE49-F238E27FC236}">
                <a16:creationId xmlns:a16="http://schemas.microsoft.com/office/drawing/2014/main" id="{4CF3C7C4-7028-2749-9295-3BAC478A0989}"/>
              </a:ext>
            </a:extLst>
          </p:cNvPr>
          <p:cNvSpPr txBox="1">
            <a:spLocks/>
          </p:cNvSpPr>
          <p:nvPr/>
        </p:nvSpPr>
        <p:spPr>
          <a:xfrm>
            <a:off x="-964824" y="-190500"/>
            <a:ext cx="18788896" cy="1777345"/>
          </a:xfrm>
          <a:prstGeom prst="rect">
            <a:avLst/>
          </a:prstGeom>
          <a:effectLst/>
        </p:spPr>
        <p:txBody>
          <a:bodyPr vert="horz" wrap="square" lIns="0" tIns="662876" rIns="0" bIns="0" rtlCol="0" anchor="ctr">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724025">
              <a:spcBef>
                <a:spcPts val="105"/>
              </a:spcBef>
            </a:pPr>
            <a:r>
              <a:rPr lang="en-US" sz="3600" b="1" spc="-10" dirty="0">
                <a:solidFill>
                  <a:srgbClr val="000000"/>
                </a:solidFill>
                <a:latin typeface="Garamond"/>
                <a:cs typeface="Arial"/>
              </a:rPr>
              <a:t>5.For each library branch, retrieve the branch name and the total number of books loaned out from that branch.</a:t>
            </a:r>
            <a:endParaRPr lang="en-US" sz="3600" b="1" dirty="0">
              <a:latin typeface="Garamond"/>
            </a:endParaRPr>
          </a:p>
        </p:txBody>
      </p:sp>
      <p:pic>
        <p:nvPicPr>
          <p:cNvPr id="12" name="Picture 11" descr="A close up of a math equation&#10;&#10;AI-generated content may be incorrect.">
            <a:extLst>
              <a:ext uri="{FF2B5EF4-FFF2-40B4-BE49-F238E27FC236}">
                <a16:creationId xmlns:a16="http://schemas.microsoft.com/office/drawing/2014/main" id="{90C1E20F-8034-3AAE-937C-BCCBD5CAB5E5}"/>
              </a:ext>
            </a:extLst>
          </p:cNvPr>
          <p:cNvPicPr>
            <a:picLocks noChangeAspect="1"/>
          </p:cNvPicPr>
          <p:nvPr/>
        </p:nvPicPr>
        <p:blipFill>
          <a:blip r:embed="rId2"/>
          <a:stretch>
            <a:fillRect/>
          </a:stretch>
        </p:blipFill>
        <p:spPr>
          <a:xfrm>
            <a:off x="504545" y="3062288"/>
            <a:ext cx="15480366" cy="1926851"/>
          </a:xfrm>
          <a:prstGeom prst="rect">
            <a:avLst/>
          </a:prstGeom>
        </p:spPr>
      </p:pic>
      <p:pic>
        <p:nvPicPr>
          <p:cNvPr id="13" name="Picture 12" descr="A screenshot of a number&#10;&#10;AI-generated content may be incorrect.">
            <a:extLst>
              <a:ext uri="{FF2B5EF4-FFF2-40B4-BE49-F238E27FC236}">
                <a16:creationId xmlns:a16="http://schemas.microsoft.com/office/drawing/2014/main" id="{32E5772E-8A5D-02B3-FAE0-4D951B38FDE4}"/>
              </a:ext>
            </a:extLst>
          </p:cNvPr>
          <p:cNvPicPr>
            <a:picLocks noChangeAspect="1"/>
          </p:cNvPicPr>
          <p:nvPr/>
        </p:nvPicPr>
        <p:blipFill>
          <a:blip r:embed="rId3"/>
          <a:stretch>
            <a:fillRect/>
          </a:stretch>
        </p:blipFill>
        <p:spPr>
          <a:xfrm>
            <a:off x="510709" y="6329642"/>
            <a:ext cx="8021730" cy="3325905"/>
          </a:xfrm>
          <a:prstGeom prst="rect">
            <a:avLst/>
          </a:prstGeom>
        </p:spPr>
      </p:pic>
      <p:sp>
        <p:nvSpPr>
          <p:cNvPr id="3" name="TextBox 2">
            <a:extLst>
              <a:ext uri="{FF2B5EF4-FFF2-40B4-BE49-F238E27FC236}">
                <a16:creationId xmlns:a16="http://schemas.microsoft.com/office/drawing/2014/main" id="{18CB2006-4994-A9C0-276F-3ECF5B9DAB3A}"/>
              </a:ext>
            </a:extLst>
          </p:cNvPr>
          <p:cNvSpPr txBox="1"/>
          <p:nvPr/>
        </p:nvSpPr>
        <p:spPr>
          <a:xfrm>
            <a:off x="508787" y="2497078"/>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Quer</a:t>
            </a:r>
            <a:r>
              <a:rPr lang="en-US" sz="3200" b="1">
                <a:latin typeface="Garamond"/>
              </a:rPr>
              <a:t>y :</a:t>
            </a:r>
            <a:endParaRPr lang="en-US" sz="3200" b="1">
              <a:solidFill>
                <a:srgbClr val="000000"/>
              </a:solidFill>
              <a:latin typeface="Garamond"/>
            </a:endParaRPr>
          </a:p>
        </p:txBody>
      </p:sp>
      <p:sp>
        <p:nvSpPr>
          <p:cNvPr id="5" name="TextBox 4">
            <a:extLst>
              <a:ext uri="{FF2B5EF4-FFF2-40B4-BE49-F238E27FC236}">
                <a16:creationId xmlns:a16="http://schemas.microsoft.com/office/drawing/2014/main" id="{8EA01602-6184-BC35-265E-08246C3B1FCA}"/>
              </a:ext>
            </a:extLst>
          </p:cNvPr>
          <p:cNvSpPr txBox="1"/>
          <p:nvPr/>
        </p:nvSpPr>
        <p:spPr>
          <a:xfrm>
            <a:off x="508786" y="5757989"/>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a:latin typeface="Garamond"/>
              </a:rPr>
              <a:t>Output :</a:t>
            </a:r>
            <a:endParaRPr lang="en-US" sz="3200" b="1">
              <a:solidFill>
                <a:srgbClr val="000000"/>
              </a:solidFill>
              <a:latin typeface="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object 6" descr="$PPTXTitle">
            <a:extLst>
              <a:ext uri="{FF2B5EF4-FFF2-40B4-BE49-F238E27FC236}">
                <a16:creationId xmlns:a16="http://schemas.microsoft.com/office/drawing/2014/main" id="{25BF8042-4F56-5242-538B-E3EFF306C794}"/>
              </a:ext>
            </a:extLst>
          </p:cNvPr>
          <p:cNvSpPr txBox="1">
            <a:spLocks/>
          </p:cNvSpPr>
          <p:nvPr/>
        </p:nvSpPr>
        <p:spPr>
          <a:xfrm>
            <a:off x="-1284191" y="-190500"/>
            <a:ext cx="18788896" cy="1777345"/>
          </a:xfrm>
          <a:prstGeom prst="rect">
            <a:avLst/>
          </a:prstGeom>
          <a:effectLst/>
        </p:spPr>
        <p:txBody>
          <a:bodyPr vert="horz" wrap="square" lIns="0" tIns="662876" rIns="0" bIns="0" rtlCol="0" anchor="ctr">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724025">
              <a:spcBef>
                <a:spcPts val="105"/>
              </a:spcBef>
            </a:pPr>
            <a:r>
              <a:rPr lang="en-US" sz="3600" b="1" spc="-10" dirty="0">
                <a:solidFill>
                  <a:srgbClr val="000000"/>
                </a:solidFill>
                <a:latin typeface="Garamond"/>
                <a:cs typeface="Arial"/>
              </a:rPr>
              <a:t>6.Retrieve the names, addresses, and number of books checked out for all borrowers who have more than five books checked out.</a:t>
            </a:r>
          </a:p>
        </p:txBody>
      </p:sp>
      <p:pic>
        <p:nvPicPr>
          <p:cNvPr id="14" name="Picture 13" descr="A black text on a white background">
            <a:extLst>
              <a:ext uri="{FF2B5EF4-FFF2-40B4-BE49-F238E27FC236}">
                <a16:creationId xmlns:a16="http://schemas.microsoft.com/office/drawing/2014/main" id="{E2CCE906-ECCC-D354-5AF8-B54C84BBB4AC}"/>
              </a:ext>
            </a:extLst>
          </p:cNvPr>
          <p:cNvPicPr>
            <a:picLocks noChangeAspect="1"/>
          </p:cNvPicPr>
          <p:nvPr/>
        </p:nvPicPr>
        <p:blipFill>
          <a:blip r:embed="rId2"/>
          <a:stretch>
            <a:fillRect/>
          </a:stretch>
        </p:blipFill>
        <p:spPr>
          <a:xfrm>
            <a:off x="483968" y="2752522"/>
            <a:ext cx="14056485" cy="2603033"/>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E755A8EE-CDA0-A863-7E04-074D5B67E76B}"/>
              </a:ext>
            </a:extLst>
          </p:cNvPr>
          <p:cNvPicPr>
            <a:picLocks noChangeAspect="1"/>
          </p:cNvPicPr>
          <p:nvPr/>
        </p:nvPicPr>
        <p:blipFill>
          <a:blip r:embed="rId3"/>
          <a:stretch>
            <a:fillRect/>
          </a:stretch>
        </p:blipFill>
        <p:spPr>
          <a:xfrm>
            <a:off x="481573" y="6483132"/>
            <a:ext cx="10399619" cy="2447925"/>
          </a:xfrm>
          <a:prstGeom prst="rect">
            <a:avLst/>
          </a:prstGeom>
        </p:spPr>
      </p:pic>
      <p:sp>
        <p:nvSpPr>
          <p:cNvPr id="3" name="TextBox 2">
            <a:extLst>
              <a:ext uri="{FF2B5EF4-FFF2-40B4-BE49-F238E27FC236}">
                <a16:creationId xmlns:a16="http://schemas.microsoft.com/office/drawing/2014/main" id="{23AB95D8-1128-15C6-5E8B-C5EC0A538AEC}"/>
              </a:ext>
            </a:extLst>
          </p:cNvPr>
          <p:cNvSpPr txBox="1"/>
          <p:nvPr/>
        </p:nvSpPr>
        <p:spPr>
          <a:xfrm>
            <a:off x="475169" y="2177710"/>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Quer</a:t>
            </a:r>
            <a:r>
              <a:rPr lang="en-US" sz="3200" b="1">
                <a:latin typeface="Garamond"/>
              </a:rPr>
              <a:t>y :</a:t>
            </a:r>
            <a:endParaRPr lang="en-US" sz="3200" b="1">
              <a:solidFill>
                <a:srgbClr val="000000"/>
              </a:solidFill>
              <a:latin typeface="Garamond"/>
            </a:endParaRPr>
          </a:p>
        </p:txBody>
      </p:sp>
      <p:sp>
        <p:nvSpPr>
          <p:cNvPr id="5" name="TextBox 4">
            <a:extLst>
              <a:ext uri="{FF2B5EF4-FFF2-40B4-BE49-F238E27FC236}">
                <a16:creationId xmlns:a16="http://schemas.microsoft.com/office/drawing/2014/main" id="{EC28E2E2-6BBC-0158-0BAC-7AB176860C5E}"/>
              </a:ext>
            </a:extLst>
          </p:cNvPr>
          <p:cNvSpPr txBox="1"/>
          <p:nvPr/>
        </p:nvSpPr>
        <p:spPr>
          <a:xfrm>
            <a:off x="481573" y="5636782"/>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Output :</a:t>
            </a:r>
            <a:endParaRPr lang="en-US" sz="3200" b="1" dirty="0">
              <a:solidFill>
                <a:srgbClr val="000000"/>
              </a:solidFill>
              <a:latin typeface="Garamo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6" descr="$PPTXTitle">
            <a:extLst>
              <a:ext uri="{FF2B5EF4-FFF2-40B4-BE49-F238E27FC236}">
                <a16:creationId xmlns:a16="http://schemas.microsoft.com/office/drawing/2014/main" id="{1EFF0979-C7EE-858E-13EF-8075357FB7D0}"/>
              </a:ext>
            </a:extLst>
          </p:cNvPr>
          <p:cNvSpPr txBox="1">
            <a:spLocks/>
          </p:cNvSpPr>
          <p:nvPr/>
        </p:nvSpPr>
        <p:spPr>
          <a:xfrm>
            <a:off x="-1048868" y="-62845"/>
            <a:ext cx="18788896" cy="1777345"/>
          </a:xfrm>
          <a:prstGeom prst="rect">
            <a:avLst/>
          </a:prstGeom>
          <a:effectLst/>
        </p:spPr>
        <p:txBody>
          <a:bodyPr vert="horz" wrap="square" lIns="0" tIns="662876" rIns="0" bIns="0" rtlCol="0" anchor="ctr">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724025">
              <a:spcBef>
                <a:spcPts val="105"/>
              </a:spcBef>
            </a:pPr>
            <a:r>
              <a:rPr lang="en-US" sz="3600" b="1" spc="-10" dirty="0">
                <a:solidFill>
                  <a:srgbClr val="000000"/>
                </a:solidFill>
                <a:latin typeface="Garamond"/>
                <a:cs typeface="Arial"/>
              </a:rPr>
              <a:t>7.For each book authored by "Stephen King", retrieve the title and the number of copies owned by the library branch whose name is "Central".</a:t>
            </a:r>
            <a:endParaRPr lang="en-US" sz="3600" b="1" dirty="0">
              <a:latin typeface="Garamond"/>
            </a:endParaRPr>
          </a:p>
        </p:txBody>
      </p:sp>
      <p:pic>
        <p:nvPicPr>
          <p:cNvPr id="11" name="Picture 10" descr="A white background with black text&#10;&#10;AI-generated content may be incorrect.">
            <a:extLst>
              <a:ext uri="{FF2B5EF4-FFF2-40B4-BE49-F238E27FC236}">
                <a16:creationId xmlns:a16="http://schemas.microsoft.com/office/drawing/2014/main" id="{26A240F7-CFB6-5644-03EA-011F5C1D7A95}"/>
              </a:ext>
            </a:extLst>
          </p:cNvPr>
          <p:cNvPicPr>
            <a:picLocks noChangeAspect="1"/>
          </p:cNvPicPr>
          <p:nvPr/>
        </p:nvPicPr>
        <p:blipFill>
          <a:blip r:embed="rId2"/>
          <a:stretch>
            <a:fillRect/>
          </a:stretch>
        </p:blipFill>
        <p:spPr>
          <a:xfrm>
            <a:off x="576543" y="2412626"/>
            <a:ext cx="11767857" cy="3940067"/>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9874D92A-4CB4-C562-527A-131B5B2DE81C}"/>
              </a:ext>
            </a:extLst>
          </p:cNvPr>
          <p:cNvPicPr>
            <a:picLocks noChangeAspect="1"/>
          </p:cNvPicPr>
          <p:nvPr/>
        </p:nvPicPr>
        <p:blipFill>
          <a:blip r:embed="rId3"/>
          <a:stretch>
            <a:fillRect/>
          </a:stretch>
        </p:blipFill>
        <p:spPr>
          <a:xfrm>
            <a:off x="576022" y="7189778"/>
            <a:ext cx="7400364" cy="2164976"/>
          </a:xfrm>
          <a:prstGeom prst="rect">
            <a:avLst/>
          </a:prstGeom>
        </p:spPr>
      </p:pic>
      <p:sp>
        <p:nvSpPr>
          <p:cNvPr id="3" name="TextBox 2">
            <a:extLst>
              <a:ext uri="{FF2B5EF4-FFF2-40B4-BE49-F238E27FC236}">
                <a16:creationId xmlns:a16="http://schemas.microsoft.com/office/drawing/2014/main" id="{CA4512DA-CE08-6DC6-E43A-466095FEDB40}"/>
              </a:ext>
            </a:extLst>
          </p:cNvPr>
          <p:cNvSpPr txBox="1"/>
          <p:nvPr/>
        </p:nvSpPr>
        <p:spPr>
          <a:xfrm>
            <a:off x="576022" y="1824725"/>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Quer</a:t>
            </a:r>
            <a:r>
              <a:rPr lang="en-US" sz="3200" b="1">
                <a:latin typeface="Garamond"/>
              </a:rPr>
              <a:t>y :</a:t>
            </a:r>
            <a:endParaRPr lang="en-US" sz="3200" b="1">
              <a:solidFill>
                <a:srgbClr val="000000"/>
              </a:solidFill>
              <a:latin typeface="Garamond"/>
            </a:endParaRPr>
          </a:p>
        </p:txBody>
      </p:sp>
      <p:sp>
        <p:nvSpPr>
          <p:cNvPr id="5" name="TextBox 4">
            <a:extLst>
              <a:ext uri="{FF2B5EF4-FFF2-40B4-BE49-F238E27FC236}">
                <a16:creationId xmlns:a16="http://schemas.microsoft.com/office/drawing/2014/main" id="{666A49A9-5410-A526-F863-3373D0E64FEF}"/>
              </a:ext>
            </a:extLst>
          </p:cNvPr>
          <p:cNvSpPr txBox="1"/>
          <p:nvPr/>
        </p:nvSpPr>
        <p:spPr>
          <a:xfrm>
            <a:off x="576022" y="6466044"/>
            <a:ext cx="3864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latin typeface="Garamond"/>
              </a:rPr>
              <a:t>Output :</a:t>
            </a:r>
            <a:endParaRPr lang="en-US" sz="3200" b="1" dirty="0">
              <a:solidFill>
                <a:srgbClr val="000000"/>
              </a:solidFill>
              <a:latin typeface="Garamon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E74E596-1E3A-51DC-AA9F-F8F228957D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AA8CBD-7F10-549C-3C28-ABFBC38D9A83}"/>
              </a:ext>
            </a:extLst>
          </p:cNvPr>
          <p:cNvSpPr txBox="1"/>
          <p:nvPr/>
        </p:nvSpPr>
        <p:spPr>
          <a:xfrm>
            <a:off x="457200" y="342900"/>
            <a:ext cx="7543800" cy="1138773"/>
          </a:xfrm>
          <a:prstGeom prst="rect">
            <a:avLst/>
          </a:prstGeom>
          <a:noFill/>
        </p:spPr>
        <p:txBody>
          <a:bodyPr wrap="square" rtlCol="0">
            <a:spAutoFit/>
          </a:bodyPr>
          <a:lstStyle/>
          <a:p>
            <a:r>
              <a:rPr lang="en-IN" sz="6800" b="1" dirty="0">
                <a:latin typeface="+mj-lt"/>
              </a:rPr>
              <a:t>Challenges Faced</a:t>
            </a:r>
          </a:p>
        </p:txBody>
      </p:sp>
      <p:sp>
        <p:nvSpPr>
          <p:cNvPr id="9" name="TextBox 8">
            <a:extLst>
              <a:ext uri="{FF2B5EF4-FFF2-40B4-BE49-F238E27FC236}">
                <a16:creationId xmlns:a16="http://schemas.microsoft.com/office/drawing/2014/main" id="{8F48C65C-89F9-9793-1B9D-F9B02E8B3837}"/>
              </a:ext>
            </a:extLst>
          </p:cNvPr>
          <p:cNvSpPr txBox="1"/>
          <p:nvPr/>
        </p:nvSpPr>
        <p:spPr>
          <a:xfrm>
            <a:off x="457200" y="1790700"/>
            <a:ext cx="17449800" cy="6598601"/>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IN" sz="4400" dirty="0">
                <a:latin typeface="+mn-lt"/>
              </a:rPr>
              <a:t>Designing The Proper Relationships Between The Tables</a:t>
            </a:r>
          </a:p>
          <a:p>
            <a:pPr marL="285750" indent="-285750">
              <a:lnSpc>
                <a:spcPct val="250000"/>
              </a:lnSpc>
              <a:buFont typeface="Arial" panose="020B0604020202020204" pitchFamily="34" charset="0"/>
              <a:buChar char="•"/>
            </a:pPr>
            <a:r>
              <a:rPr lang="en-IN" sz="4400" dirty="0">
                <a:latin typeface="+mn-lt"/>
              </a:rPr>
              <a:t>Handling Data Integrity And Constraints</a:t>
            </a:r>
          </a:p>
          <a:p>
            <a:pPr marL="285750" indent="-285750">
              <a:lnSpc>
                <a:spcPct val="250000"/>
              </a:lnSpc>
              <a:buFont typeface="Arial" panose="020B0604020202020204" pitchFamily="34" charset="0"/>
              <a:buChar char="•"/>
            </a:pPr>
            <a:r>
              <a:rPr lang="en-IN" sz="4400" dirty="0">
                <a:latin typeface="+mn-lt"/>
              </a:rPr>
              <a:t>Writing The Complex “JOIN” Queries</a:t>
            </a:r>
          </a:p>
          <a:p>
            <a:pPr marL="285750" indent="-285750">
              <a:lnSpc>
                <a:spcPct val="250000"/>
              </a:lnSpc>
              <a:buFont typeface="Arial" panose="020B0604020202020204" pitchFamily="34" charset="0"/>
              <a:buChar char="•"/>
            </a:pPr>
            <a:r>
              <a:rPr lang="en-IN" sz="4400" dirty="0">
                <a:latin typeface="+mn-lt"/>
              </a:rPr>
              <a:t>Understanding Realtime Query Requirements</a:t>
            </a:r>
          </a:p>
        </p:txBody>
      </p:sp>
    </p:spTree>
    <p:extLst>
      <p:ext uri="{BB962C8B-B14F-4D97-AF65-F5344CB8AC3E}">
        <p14:creationId xmlns:p14="http://schemas.microsoft.com/office/powerpoint/2010/main" val="1777059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5A31C88-4309-0AB1-EC21-09B9E88254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BEBC1C-A8B6-3DB2-8949-89ED2688E33A}"/>
              </a:ext>
            </a:extLst>
          </p:cNvPr>
          <p:cNvSpPr txBox="1"/>
          <p:nvPr/>
        </p:nvSpPr>
        <p:spPr>
          <a:xfrm>
            <a:off x="457200" y="342900"/>
            <a:ext cx="7543800" cy="1169551"/>
          </a:xfrm>
          <a:prstGeom prst="rect">
            <a:avLst/>
          </a:prstGeom>
          <a:noFill/>
        </p:spPr>
        <p:txBody>
          <a:bodyPr wrap="square" rtlCol="0">
            <a:spAutoFit/>
          </a:bodyPr>
          <a:lstStyle/>
          <a:p>
            <a:r>
              <a:rPr lang="en-IN" sz="7000" b="1" dirty="0">
                <a:latin typeface="+mj-lt"/>
              </a:rPr>
              <a:t>Key Insights</a:t>
            </a:r>
          </a:p>
        </p:txBody>
      </p:sp>
      <p:sp>
        <p:nvSpPr>
          <p:cNvPr id="3" name="TextBox 2">
            <a:extLst>
              <a:ext uri="{FF2B5EF4-FFF2-40B4-BE49-F238E27FC236}">
                <a16:creationId xmlns:a16="http://schemas.microsoft.com/office/drawing/2014/main" id="{A47AD8CC-8109-14A6-9D9B-21B9AD1592C5}"/>
              </a:ext>
            </a:extLst>
          </p:cNvPr>
          <p:cNvSpPr txBox="1"/>
          <p:nvPr/>
        </p:nvSpPr>
        <p:spPr>
          <a:xfrm>
            <a:off x="457200" y="1714500"/>
            <a:ext cx="17449800" cy="6800644"/>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IN" sz="3600" dirty="0">
                <a:latin typeface="+mn-lt"/>
              </a:rPr>
              <a:t>Identifying Book’s Availability</a:t>
            </a:r>
          </a:p>
          <a:p>
            <a:pPr marL="285750" indent="-285750">
              <a:lnSpc>
                <a:spcPct val="250000"/>
              </a:lnSpc>
              <a:buFont typeface="Arial" panose="020B0604020202020204" pitchFamily="34" charset="0"/>
              <a:buChar char="•"/>
            </a:pPr>
            <a:r>
              <a:rPr lang="en-IN" sz="3600" dirty="0">
                <a:latin typeface="+mn-lt"/>
              </a:rPr>
              <a:t>Analyzed Most Borrow Books And Popular Categories which Is Liked By People</a:t>
            </a:r>
          </a:p>
          <a:p>
            <a:pPr marL="285750" indent="-285750">
              <a:lnSpc>
                <a:spcPct val="250000"/>
              </a:lnSpc>
              <a:buFont typeface="Arial" panose="020B0604020202020204" pitchFamily="34" charset="0"/>
              <a:buChar char="•"/>
            </a:pPr>
            <a:r>
              <a:rPr lang="en-IN" sz="3600" dirty="0">
                <a:latin typeface="+mn-lt"/>
              </a:rPr>
              <a:t>Tracked Active And Inactive Borrower’s</a:t>
            </a:r>
          </a:p>
          <a:p>
            <a:pPr marL="285750" indent="-285750">
              <a:lnSpc>
                <a:spcPct val="250000"/>
              </a:lnSpc>
              <a:buFont typeface="Arial" panose="020B0604020202020204" pitchFamily="34" charset="0"/>
              <a:buChar char="•"/>
            </a:pPr>
            <a:r>
              <a:rPr lang="en-IN" sz="3600" dirty="0">
                <a:latin typeface="+mn-lt"/>
              </a:rPr>
              <a:t>Detecting High Demand Book’s With Limited Copies Across The Branch’s</a:t>
            </a:r>
          </a:p>
          <a:p>
            <a:pPr marL="285750" indent="-285750">
              <a:lnSpc>
                <a:spcPct val="250000"/>
              </a:lnSpc>
              <a:buFont typeface="Arial" panose="020B0604020202020204" pitchFamily="34" charset="0"/>
              <a:buChar char="•"/>
            </a:pPr>
            <a:r>
              <a:rPr lang="en-IN" sz="3600" dirty="0">
                <a:latin typeface="+mn-lt"/>
              </a:rPr>
              <a:t>Helping to Understand Borrowing Pattern’s And Trend’s</a:t>
            </a:r>
          </a:p>
        </p:txBody>
      </p:sp>
    </p:spTree>
    <p:extLst>
      <p:ext uri="{BB962C8B-B14F-4D97-AF65-F5344CB8AC3E}">
        <p14:creationId xmlns:p14="http://schemas.microsoft.com/office/powerpoint/2010/main" val="3688497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2F56CFF-B8DD-4E76-9C5D-6090206555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7F28A2-6724-0C95-DC25-A9D1F06B4AC7}"/>
              </a:ext>
            </a:extLst>
          </p:cNvPr>
          <p:cNvSpPr txBox="1"/>
          <p:nvPr/>
        </p:nvSpPr>
        <p:spPr>
          <a:xfrm>
            <a:off x="457200" y="342900"/>
            <a:ext cx="6400800" cy="1200329"/>
          </a:xfrm>
          <a:prstGeom prst="rect">
            <a:avLst/>
          </a:prstGeom>
          <a:noFill/>
        </p:spPr>
        <p:txBody>
          <a:bodyPr wrap="square" rtlCol="0">
            <a:spAutoFit/>
          </a:bodyPr>
          <a:lstStyle/>
          <a:p>
            <a:r>
              <a:rPr lang="en-IN" sz="7200" dirty="0">
                <a:latin typeface="+mj-lt"/>
              </a:rPr>
              <a:t>Conclusion :</a:t>
            </a:r>
          </a:p>
        </p:txBody>
      </p:sp>
      <p:sp>
        <p:nvSpPr>
          <p:cNvPr id="4" name="TextBox 3">
            <a:extLst>
              <a:ext uri="{FF2B5EF4-FFF2-40B4-BE49-F238E27FC236}">
                <a16:creationId xmlns:a16="http://schemas.microsoft.com/office/drawing/2014/main" id="{4C0F1856-7F12-A65D-0CBA-976FDE840780}"/>
              </a:ext>
            </a:extLst>
          </p:cNvPr>
          <p:cNvSpPr txBox="1"/>
          <p:nvPr/>
        </p:nvSpPr>
        <p:spPr>
          <a:xfrm>
            <a:off x="457200" y="1714500"/>
            <a:ext cx="17449800" cy="4270143"/>
          </a:xfrm>
          <a:prstGeom prst="rect">
            <a:avLst/>
          </a:prstGeom>
          <a:noFill/>
        </p:spPr>
        <p:txBody>
          <a:bodyPr wrap="square" rtlCol="0">
            <a:spAutoFit/>
          </a:bodyPr>
          <a:lstStyle/>
          <a:p>
            <a:pPr marL="457200" indent="-457200">
              <a:lnSpc>
                <a:spcPct val="300000"/>
              </a:lnSpc>
              <a:buFont typeface="Arial" panose="020B0604020202020204" pitchFamily="34" charset="0"/>
              <a:buChar char="•"/>
            </a:pPr>
            <a:r>
              <a:rPr lang="en-GB" sz="3200" dirty="0">
                <a:latin typeface="+mn-lt"/>
              </a:rPr>
              <a:t>Successfully built a SQL-based Library Management System</a:t>
            </a:r>
          </a:p>
          <a:p>
            <a:pPr marL="457200" indent="-457200">
              <a:lnSpc>
                <a:spcPct val="300000"/>
              </a:lnSpc>
              <a:buFont typeface="Arial" panose="020B0604020202020204" pitchFamily="34" charset="0"/>
              <a:buChar char="•"/>
            </a:pPr>
            <a:r>
              <a:rPr lang="en-GB" sz="3200" dirty="0">
                <a:latin typeface="+mn-lt"/>
              </a:rPr>
              <a:t>Improving The Skills In Data Design And Query Writing</a:t>
            </a:r>
          </a:p>
          <a:p>
            <a:pPr marL="457200" indent="-457200">
              <a:lnSpc>
                <a:spcPct val="300000"/>
              </a:lnSpc>
              <a:buFont typeface="Arial" panose="020B0604020202020204" pitchFamily="34" charset="0"/>
              <a:buChar char="•"/>
            </a:pPr>
            <a:r>
              <a:rPr lang="en-GB" sz="3200" dirty="0">
                <a:latin typeface="+mn-lt"/>
              </a:rPr>
              <a:t>Gained The Practical Experience In Solving Real World Data Problems</a:t>
            </a:r>
            <a:endParaRPr lang="en-IN" sz="3200" dirty="0">
              <a:latin typeface="+mn-lt"/>
            </a:endParaRPr>
          </a:p>
        </p:txBody>
      </p:sp>
    </p:spTree>
    <p:extLst>
      <p:ext uri="{BB962C8B-B14F-4D97-AF65-F5344CB8AC3E}">
        <p14:creationId xmlns:p14="http://schemas.microsoft.com/office/powerpoint/2010/main" val="3006528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0E1136-D9FB-6E26-1E75-64D46425F8B9}"/>
              </a:ext>
            </a:extLst>
          </p:cNvPr>
          <p:cNvSpPr txBox="1"/>
          <p:nvPr/>
        </p:nvSpPr>
        <p:spPr>
          <a:xfrm>
            <a:off x="4041382" y="3961685"/>
            <a:ext cx="1020581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600" b="1">
                <a:latin typeface="Garamond"/>
              </a:rPr>
              <a:t>Thank You</a:t>
            </a:r>
            <a:endParaRPr lang="en-US" sz="9600" b="1" dirty="0">
              <a:latin typeface="Garamond"/>
            </a:endParaRPr>
          </a:p>
        </p:txBody>
      </p:sp>
      <p:sp>
        <p:nvSpPr>
          <p:cNvPr id="3" name="TextBox 2">
            <a:extLst>
              <a:ext uri="{FF2B5EF4-FFF2-40B4-BE49-F238E27FC236}">
                <a16:creationId xmlns:a16="http://schemas.microsoft.com/office/drawing/2014/main" id="{9086E687-3F06-9184-FABD-9D9881311D32}"/>
              </a:ext>
            </a:extLst>
          </p:cNvPr>
          <p:cNvSpPr txBox="1"/>
          <p:nvPr/>
        </p:nvSpPr>
        <p:spPr>
          <a:xfrm>
            <a:off x="12357346" y="8531561"/>
            <a:ext cx="592238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u="sng" dirty="0">
                <a:solidFill>
                  <a:srgbClr val="000000"/>
                </a:solidFill>
                <a:latin typeface="Garamond"/>
              </a:rPr>
              <a:t>Presented By:</a:t>
            </a:r>
            <a:endParaRPr lang="en-US" sz="3600" b="1" dirty="0">
              <a:solidFill>
                <a:srgbClr val="000000"/>
              </a:solidFill>
              <a:latin typeface="Garamond"/>
            </a:endParaRPr>
          </a:p>
          <a:p>
            <a:pPr algn="l"/>
            <a:r>
              <a:rPr lang="en-US" sz="3600" dirty="0">
                <a:solidFill>
                  <a:srgbClr val="000000"/>
                </a:solidFill>
                <a:latin typeface="Garamond"/>
              </a:rPr>
              <a:t>    Mokshagna Jagarlamudi</a:t>
            </a:r>
          </a:p>
          <a:p>
            <a:pPr algn="l"/>
            <a:r>
              <a:rPr lang="en-US" sz="3600" dirty="0">
                <a:solidFill>
                  <a:srgbClr val="000000"/>
                </a:solidFill>
                <a:latin typeface="Garamond"/>
              </a:rPr>
              <a:t>    Shyam </a:t>
            </a:r>
            <a:r>
              <a:rPr lang="en-US" sz="3600" dirty="0" err="1">
                <a:solidFill>
                  <a:srgbClr val="000000"/>
                </a:solidFill>
                <a:latin typeface="Garamond"/>
              </a:rPr>
              <a:t>Panduru</a:t>
            </a:r>
            <a:endParaRPr lang="en-US" sz="3600" dirty="0">
              <a:solidFill>
                <a:srgbClr val="000000"/>
              </a:solidFill>
              <a:latin typeface="Garamond"/>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
  <TotalTime>179</TotalTime>
  <Words>435</Words>
  <Application>Microsoft Office PowerPoint</Application>
  <PresentationFormat>Custom</PresentationFormat>
  <Paragraphs>59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Organic</vt:lpstr>
      <vt:lpstr> Project on  Library Management System</vt:lpstr>
      <vt:lpstr>Introduction</vt:lpstr>
      <vt:lpstr>Tables</vt:lpstr>
      <vt:lpstr>Tables</vt:lpstr>
      <vt:lpstr>ER Diagram</vt:lpstr>
      <vt:lpstr>Problem Statement</vt:lpstr>
      <vt:lpstr>1.How many copies of the book titled "The Lost Tribe" are owned by the library branch whose name is "Sharpstown"?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Mokshagna Jagarlamudi</cp:lastModifiedBy>
  <cp:revision>464</cp:revision>
  <dcterms:created xsi:type="dcterms:W3CDTF">2026-04-13T06:32:42Z</dcterms:created>
  <dcterms:modified xsi:type="dcterms:W3CDTF">2026-04-14T04:37:24Z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2025-05-31T00:00:00Z</vt:filetime>
  </property>
  <property fmtid="{D5CDD505-2E9C-101B-9397-08002B2CF9AE}" pid="4" name="LastSaved">
    <vt:filetime>2026-04-13T00:00:00Z</vt:filetime>
  </property>
</Properties>
</file>